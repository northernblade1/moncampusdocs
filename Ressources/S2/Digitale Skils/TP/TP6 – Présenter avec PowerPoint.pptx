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0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 varScale="1">
        <p:scale>
          <a:sx n="62" d="100"/>
          <a:sy n="62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Consommation d'eau en mètre cube par mois</a:t>
            </a:r>
          </a:p>
        </c:rich>
      </c:tx>
      <c:overlay val="0"/>
      <c:spPr>
        <a:noFill/>
        <a:ln w="9525">
          <a:solidFill>
            <a:schemeClr val="accent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Consommation d'eau en mètre cube par mois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36C-4E9C-86E7-0B5762AE3F5F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36C-4E9C-86E7-0B5762AE3F5F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36C-4E9C-86E7-0B5762AE3F5F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36C-4E9C-86E7-0B5762AE3F5F}"/>
              </c:ext>
            </c:extLst>
          </c:dPt>
          <c:cat>
            <c:strRef>
              <c:f>Feuil1!$A$2:$A$5</c:f>
              <c:strCache>
                <c:ptCount val="4"/>
                <c:pt idx="0">
                  <c:v>Cuisine.</c:v>
                </c:pt>
                <c:pt idx="1">
                  <c:v>Jardin.</c:v>
                </c:pt>
                <c:pt idx="2">
                  <c:v>Douche.</c:v>
                </c:pt>
                <c:pt idx="3">
                  <c:v>Autres.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3.5</c:v>
                </c:pt>
                <c:pt idx="1">
                  <c:v>9.1999999999999993</c:v>
                </c:pt>
                <c:pt idx="2">
                  <c:v>6.2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74-4DC2-A5B7-F44CC8C5F9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B3AE92-712F-4FE4-833E-6F7ECAC55715}" type="doc">
      <dgm:prSet loTypeId="urn:microsoft.com/office/officeart/2009/3/layout/StepUpProcess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8B218B0-A828-480E-9EB1-3685AB536C75}">
      <dgm:prSet phldrT="[Texte]"/>
      <dgm:spPr/>
      <dgm:t>
        <a:bodyPr/>
        <a:lstStyle/>
        <a:p>
          <a:r>
            <a:rPr lang="fr-FR" dirty="0"/>
            <a:t>1 année primaire</a:t>
          </a:r>
        </a:p>
      </dgm:t>
    </dgm:pt>
    <dgm:pt modelId="{BD53C3C8-1089-4A0D-BCBD-BD806D5B03FF}" type="parTrans" cxnId="{EBCDA317-E0E5-47AD-9E3D-7AA534A6BC0A}">
      <dgm:prSet/>
      <dgm:spPr/>
      <dgm:t>
        <a:bodyPr/>
        <a:lstStyle/>
        <a:p>
          <a:endParaRPr lang="fr-FR"/>
        </a:p>
      </dgm:t>
    </dgm:pt>
    <dgm:pt modelId="{22680576-38F1-4960-8A1A-926C3213F695}" type="sibTrans" cxnId="{EBCDA317-E0E5-47AD-9E3D-7AA534A6BC0A}">
      <dgm:prSet/>
      <dgm:spPr/>
      <dgm:t>
        <a:bodyPr/>
        <a:lstStyle/>
        <a:p>
          <a:endParaRPr lang="fr-FR"/>
        </a:p>
      </dgm:t>
    </dgm:pt>
    <dgm:pt modelId="{8AA4D2A3-5BF1-4290-A35F-EE6F6B1E4B75}">
      <dgm:prSet phldrT="[Texte]"/>
      <dgm:spPr/>
      <dgm:t>
        <a:bodyPr/>
        <a:lstStyle/>
        <a:p>
          <a:r>
            <a:rPr lang="fr-FR" dirty="0"/>
            <a:t>2 année primaire</a:t>
          </a:r>
        </a:p>
      </dgm:t>
    </dgm:pt>
    <dgm:pt modelId="{8E7E0717-9D01-4F34-9068-176490D84F68}" type="parTrans" cxnId="{B184A452-EFE6-4C5C-A674-2942D3E12F1E}">
      <dgm:prSet/>
      <dgm:spPr/>
      <dgm:t>
        <a:bodyPr/>
        <a:lstStyle/>
        <a:p>
          <a:endParaRPr lang="fr-FR"/>
        </a:p>
      </dgm:t>
    </dgm:pt>
    <dgm:pt modelId="{1305C94F-666F-42AC-BC1D-EB742207755B}" type="sibTrans" cxnId="{B184A452-EFE6-4C5C-A674-2942D3E12F1E}">
      <dgm:prSet/>
      <dgm:spPr/>
      <dgm:t>
        <a:bodyPr/>
        <a:lstStyle/>
        <a:p>
          <a:endParaRPr lang="fr-FR"/>
        </a:p>
      </dgm:t>
    </dgm:pt>
    <dgm:pt modelId="{FF7166B6-03ED-433C-B7F9-D9BEF31E621C}">
      <dgm:prSet phldrT="[Texte]"/>
      <dgm:spPr/>
      <dgm:t>
        <a:bodyPr/>
        <a:lstStyle/>
        <a:p>
          <a:r>
            <a:rPr lang="fr-FR" dirty="0"/>
            <a:t>3 année primaire</a:t>
          </a:r>
        </a:p>
      </dgm:t>
    </dgm:pt>
    <dgm:pt modelId="{6991412C-9D08-4439-B969-50B013B54572}" type="parTrans" cxnId="{439B58A2-10BF-4435-A74E-083B15BA09BB}">
      <dgm:prSet/>
      <dgm:spPr/>
      <dgm:t>
        <a:bodyPr/>
        <a:lstStyle/>
        <a:p>
          <a:endParaRPr lang="fr-FR"/>
        </a:p>
      </dgm:t>
    </dgm:pt>
    <dgm:pt modelId="{975EC5B9-2827-4B82-90DF-BA3D685482B7}" type="sibTrans" cxnId="{439B58A2-10BF-4435-A74E-083B15BA09BB}">
      <dgm:prSet/>
      <dgm:spPr/>
      <dgm:t>
        <a:bodyPr/>
        <a:lstStyle/>
        <a:p>
          <a:endParaRPr lang="fr-FR"/>
        </a:p>
      </dgm:t>
    </dgm:pt>
    <dgm:pt modelId="{BE4B7440-824F-4C0E-9F69-8B6738B1B3E4}" type="pres">
      <dgm:prSet presAssocID="{73B3AE92-712F-4FE4-833E-6F7ECAC55715}" presName="rootnode" presStyleCnt="0">
        <dgm:presLayoutVars>
          <dgm:chMax/>
          <dgm:chPref/>
          <dgm:dir/>
          <dgm:animLvl val="lvl"/>
        </dgm:presLayoutVars>
      </dgm:prSet>
      <dgm:spPr/>
    </dgm:pt>
    <dgm:pt modelId="{FB08C79F-602B-41A1-9B7D-E6BEBE53F5BA}" type="pres">
      <dgm:prSet presAssocID="{48B218B0-A828-480E-9EB1-3685AB536C75}" presName="composite" presStyleCnt="0"/>
      <dgm:spPr/>
    </dgm:pt>
    <dgm:pt modelId="{90ECE4A8-E5AE-4A4E-8833-BC228087A9A0}" type="pres">
      <dgm:prSet presAssocID="{48B218B0-A828-480E-9EB1-3685AB536C75}" presName="LShape" presStyleLbl="alignNode1" presStyleIdx="0" presStyleCnt="5"/>
      <dgm:spPr/>
    </dgm:pt>
    <dgm:pt modelId="{55755DF9-0723-435C-B9DC-9A1EEC9F7B5E}" type="pres">
      <dgm:prSet presAssocID="{48B218B0-A828-480E-9EB1-3685AB536C75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D2C2CEAA-0484-48E9-B402-049EAE8AD669}" type="pres">
      <dgm:prSet presAssocID="{48B218B0-A828-480E-9EB1-3685AB536C75}" presName="Triangle" presStyleLbl="alignNode1" presStyleIdx="1" presStyleCnt="5"/>
      <dgm:spPr/>
    </dgm:pt>
    <dgm:pt modelId="{F554E7B5-39B6-48E2-A09F-C89808221D12}" type="pres">
      <dgm:prSet presAssocID="{22680576-38F1-4960-8A1A-926C3213F695}" presName="sibTrans" presStyleCnt="0"/>
      <dgm:spPr/>
    </dgm:pt>
    <dgm:pt modelId="{E3FFE25B-9DAB-47DA-B5EB-637B0E2FFC76}" type="pres">
      <dgm:prSet presAssocID="{22680576-38F1-4960-8A1A-926C3213F695}" presName="space" presStyleCnt="0"/>
      <dgm:spPr/>
    </dgm:pt>
    <dgm:pt modelId="{86F77D00-A43C-4F3D-825F-34372A02D43A}" type="pres">
      <dgm:prSet presAssocID="{8AA4D2A3-5BF1-4290-A35F-EE6F6B1E4B75}" presName="composite" presStyleCnt="0"/>
      <dgm:spPr/>
    </dgm:pt>
    <dgm:pt modelId="{BD639BE5-5A65-4C86-8325-81E64DDC007E}" type="pres">
      <dgm:prSet presAssocID="{8AA4D2A3-5BF1-4290-A35F-EE6F6B1E4B75}" presName="LShape" presStyleLbl="alignNode1" presStyleIdx="2" presStyleCnt="5"/>
      <dgm:spPr/>
    </dgm:pt>
    <dgm:pt modelId="{DE664DE8-FE4A-4A60-AE10-9F391130FEA9}" type="pres">
      <dgm:prSet presAssocID="{8AA4D2A3-5BF1-4290-A35F-EE6F6B1E4B75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9C8E6B10-C0B7-4998-85F8-2AF035AB591F}" type="pres">
      <dgm:prSet presAssocID="{8AA4D2A3-5BF1-4290-A35F-EE6F6B1E4B75}" presName="Triangle" presStyleLbl="alignNode1" presStyleIdx="3" presStyleCnt="5"/>
      <dgm:spPr/>
    </dgm:pt>
    <dgm:pt modelId="{5C38EDCA-097D-425A-ADCE-27997416FA44}" type="pres">
      <dgm:prSet presAssocID="{1305C94F-666F-42AC-BC1D-EB742207755B}" presName="sibTrans" presStyleCnt="0"/>
      <dgm:spPr/>
    </dgm:pt>
    <dgm:pt modelId="{33B0E7E7-B7BC-4E77-B717-B00456AC6777}" type="pres">
      <dgm:prSet presAssocID="{1305C94F-666F-42AC-BC1D-EB742207755B}" presName="space" presStyleCnt="0"/>
      <dgm:spPr/>
    </dgm:pt>
    <dgm:pt modelId="{1F23CC51-6156-4F05-A4FE-B0F15B475855}" type="pres">
      <dgm:prSet presAssocID="{FF7166B6-03ED-433C-B7F9-D9BEF31E621C}" presName="composite" presStyleCnt="0"/>
      <dgm:spPr/>
    </dgm:pt>
    <dgm:pt modelId="{111D0B21-8D8A-4F9A-8AE7-FF218384C8D9}" type="pres">
      <dgm:prSet presAssocID="{FF7166B6-03ED-433C-B7F9-D9BEF31E621C}" presName="LShape" presStyleLbl="alignNode1" presStyleIdx="4" presStyleCnt="5"/>
      <dgm:spPr/>
    </dgm:pt>
    <dgm:pt modelId="{C3039263-FE75-4C79-98B7-61879630118C}" type="pres">
      <dgm:prSet presAssocID="{FF7166B6-03ED-433C-B7F9-D9BEF31E621C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EBCDA317-E0E5-47AD-9E3D-7AA534A6BC0A}" srcId="{73B3AE92-712F-4FE4-833E-6F7ECAC55715}" destId="{48B218B0-A828-480E-9EB1-3685AB536C75}" srcOrd="0" destOrd="0" parTransId="{BD53C3C8-1089-4A0D-BCBD-BD806D5B03FF}" sibTransId="{22680576-38F1-4960-8A1A-926C3213F695}"/>
    <dgm:cxn modelId="{D0CAFC41-71DB-4F7E-A039-E6EA9E81A7D5}" type="presOf" srcId="{48B218B0-A828-480E-9EB1-3685AB536C75}" destId="{55755DF9-0723-435C-B9DC-9A1EEC9F7B5E}" srcOrd="0" destOrd="0" presId="urn:microsoft.com/office/officeart/2009/3/layout/StepUpProcess"/>
    <dgm:cxn modelId="{B184A452-EFE6-4C5C-A674-2942D3E12F1E}" srcId="{73B3AE92-712F-4FE4-833E-6F7ECAC55715}" destId="{8AA4D2A3-5BF1-4290-A35F-EE6F6B1E4B75}" srcOrd="1" destOrd="0" parTransId="{8E7E0717-9D01-4F34-9068-176490D84F68}" sibTransId="{1305C94F-666F-42AC-BC1D-EB742207755B}"/>
    <dgm:cxn modelId="{50527883-3A9A-4DF7-A305-6FC335AE59F5}" type="presOf" srcId="{FF7166B6-03ED-433C-B7F9-D9BEF31E621C}" destId="{C3039263-FE75-4C79-98B7-61879630118C}" srcOrd="0" destOrd="0" presId="urn:microsoft.com/office/officeart/2009/3/layout/StepUpProcess"/>
    <dgm:cxn modelId="{6E637690-6362-4C0D-AE04-1D77703B097D}" type="presOf" srcId="{73B3AE92-712F-4FE4-833E-6F7ECAC55715}" destId="{BE4B7440-824F-4C0E-9F69-8B6738B1B3E4}" srcOrd="0" destOrd="0" presId="urn:microsoft.com/office/officeart/2009/3/layout/StepUpProcess"/>
    <dgm:cxn modelId="{439B58A2-10BF-4435-A74E-083B15BA09BB}" srcId="{73B3AE92-712F-4FE4-833E-6F7ECAC55715}" destId="{FF7166B6-03ED-433C-B7F9-D9BEF31E621C}" srcOrd="2" destOrd="0" parTransId="{6991412C-9D08-4439-B969-50B013B54572}" sibTransId="{975EC5B9-2827-4B82-90DF-BA3D685482B7}"/>
    <dgm:cxn modelId="{977BCBEE-8277-422F-8E36-C96B4D4C3162}" type="presOf" srcId="{8AA4D2A3-5BF1-4290-A35F-EE6F6B1E4B75}" destId="{DE664DE8-FE4A-4A60-AE10-9F391130FEA9}" srcOrd="0" destOrd="0" presId="urn:microsoft.com/office/officeart/2009/3/layout/StepUpProcess"/>
    <dgm:cxn modelId="{4E9E2BB9-8F53-4369-B8D4-70886ADB5F1D}" type="presParOf" srcId="{BE4B7440-824F-4C0E-9F69-8B6738B1B3E4}" destId="{FB08C79F-602B-41A1-9B7D-E6BEBE53F5BA}" srcOrd="0" destOrd="0" presId="urn:microsoft.com/office/officeart/2009/3/layout/StepUpProcess"/>
    <dgm:cxn modelId="{1483DCEB-A4B0-4086-BC17-67C8C440B9D4}" type="presParOf" srcId="{FB08C79F-602B-41A1-9B7D-E6BEBE53F5BA}" destId="{90ECE4A8-E5AE-4A4E-8833-BC228087A9A0}" srcOrd="0" destOrd="0" presId="urn:microsoft.com/office/officeart/2009/3/layout/StepUpProcess"/>
    <dgm:cxn modelId="{DFBC7F31-8E6E-44C8-918E-E47816AE0C53}" type="presParOf" srcId="{FB08C79F-602B-41A1-9B7D-E6BEBE53F5BA}" destId="{55755DF9-0723-435C-B9DC-9A1EEC9F7B5E}" srcOrd="1" destOrd="0" presId="urn:microsoft.com/office/officeart/2009/3/layout/StepUpProcess"/>
    <dgm:cxn modelId="{A2520768-C1E0-4313-A88C-43AA675D212B}" type="presParOf" srcId="{FB08C79F-602B-41A1-9B7D-E6BEBE53F5BA}" destId="{D2C2CEAA-0484-48E9-B402-049EAE8AD669}" srcOrd="2" destOrd="0" presId="urn:microsoft.com/office/officeart/2009/3/layout/StepUpProcess"/>
    <dgm:cxn modelId="{E5213C20-12E2-47B5-A1FD-4069F0167CB5}" type="presParOf" srcId="{BE4B7440-824F-4C0E-9F69-8B6738B1B3E4}" destId="{F554E7B5-39B6-48E2-A09F-C89808221D12}" srcOrd="1" destOrd="0" presId="urn:microsoft.com/office/officeart/2009/3/layout/StepUpProcess"/>
    <dgm:cxn modelId="{3EB0A520-5A52-4D59-8283-25BE8E9B108E}" type="presParOf" srcId="{F554E7B5-39B6-48E2-A09F-C89808221D12}" destId="{E3FFE25B-9DAB-47DA-B5EB-637B0E2FFC76}" srcOrd="0" destOrd="0" presId="urn:microsoft.com/office/officeart/2009/3/layout/StepUpProcess"/>
    <dgm:cxn modelId="{930F1014-80A1-457B-AE3F-2573C5703FDD}" type="presParOf" srcId="{BE4B7440-824F-4C0E-9F69-8B6738B1B3E4}" destId="{86F77D00-A43C-4F3D-825F-34372A02D43A}" srcOrd="2" destOrd="0" presId="urn:microsoft.com/office/officeart/2009/3/layout/StepUpProcess"/>
    <dgm:cxn modelId="{2E2540BE-7C4E-47AD-8D0A-FE8DD8DCACB2}" type="presParOf" srcId="{86F77D00-A43C-4F3D-825F-34372A02D43A}" destId="{BD639BE5-5A65-4C86-8325-81E64DDC007E}" srcOrd="0" destOrd="0" presId="urn:microsoft.com/office/officeart/2009/3/layout/StepUpProcess"/>
    <dgm:cxn modelId="{C4838C05-585D-4AC3-854D-59CAEA8079CB}" type="presParOf" srcId="{86F77D00-A43C-4F3D-825F-34372A02D43A}" destId="{DE664DE8-FE4A-4A60-AE10-9F391130FEA9}" srcOrd="1" destOrd="0" presId="urn:microsoft.com/office/officeart/2009/3/layout/StepUpProcess"/>
    <dgm:cxn modelId="{C9B905C9-AC90-4D24-A8CF-362DEEF45FBF}" type="presParOf" srcId="{86F77D00-A43C-4F3D-825F-34372A02D43A}" destId="{9C8E6B10-C0B7-4998-85F8-2AF035AB591F}" srcOrd="2" destOrd="0" presId="urn:microsoft.com/office/officeart/2009/3/layout/StepUpProcess"/>
    <dgm:cxn modelId="{EDC3E7CF-3B86-439D-AA54-DA97ED6B765D}" type="presParOf" srcId="{BE4B7440-824F-4C0E-9F69-8B6738B1B3E4}" destId="{5C38EDCA-097D-425A-ADCE-27997416FA44}" srcOrd="3" destOrd="0" presId="urn:microsoft.com/office/officeart/2009/3/layout/StepUpProcess"/>
    <dgm:cxn modelId="{311A75AA-294E-4914-8A18-5A5E04FA4A06}" type="presParOf" srcId="{5C38EDCA-097D-425A-ADCE-27997416FA44}" destId="{33B0E7E7-B7BC-4E77-B717-B00456AC6777}" srcOrd="0" destOrd="0" presId="urn:microsoft.com/office/officeart/2009/3/layout/StepUpProcess"/>
    <dgm:cxn modelId="{562A17F1-DC35-4C69-965A-2FBB58833D6A}" type="presParOf" srcId="{BE4B7440-824F-4C0E-9F69-8B6738B1B3E4}" destId="{1F23CC51-6156-4F05-A4FE-B0F15B475855}" srcOrd="4" destOrd="0" presId="urn:microsoft.com/office/officeart/2009/3/layout/StepUpProcess"/>
    <dgm:cxn modelId="{FB828D35-BCA2-4EC9-8496-05AB5B58C25A}" type="presParOf" srcId="{1F23CC51-6156-4F05-A4FE-B0F15B475855}" destId="{111D0B21-8D8A-4F9A-8AE7-FF218384C8D9}" srcOrd="0" destOrd="0" presId="urn:microsoft.com/office/officeart/2009/3/layout/StepUpProcess"/>
    <dgm:cxn modelId="{326A233E-B67C-4692-8A29-57A58EFC6734}" type="presParOf" srcId="{1F23CC51-6156-4F05-A4FE-B0F15B475855}" destId="{C3039263-FE75-4C79-98B7-61879630118C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329A21-6092-4CBC-AE51-E126C7EE7722}" type="doc">
      <dgm:prSet loTypeId="urn:microsoft.com/office/officeart/2009/3/layout/StepUpProcess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8E43043-B725-48C1-B0CF-32246120E9D2}">
      <dgm:prSet phldrT="[Texte]"/>
      <dgm:spPr/>
      <dgm:t>
        <a:bodyPr/>
        <a:lstStyle/>
        <a:p>
          <a:r>
            <a:rPr lang="fr-FR" dirty="0"/>
            <a:t>4 année primaire</a:t>
          </a:r>
        </a:p>
      </dgm:t>
    </dgm:pt>
    <dgm:pt modelId="{5E866CE1-9145-4B42-A2B3-F3E0CBD3D05F}" type="parTrans" cxnId="{61FD1D85-62D4-4037-8866-36FE090D8DB0}">
      <dgm:prSet/>
      <dgm:spPr/>
      <dgm:t>
        <a:bodyPr/>
        <a:lstStyle/>
        <a:p>
          <a:endParaRPr lang="fr-FR"/>
        </a:p>
      </dgm:t>
    </dgm:pt>
    <dgm:pt modelId="{10A8B5A4-7126-4C58-9569-0C9B91EF6350}" type="sibTrans" cxnId="{61FD1D85-62D4-4037-8866-36FE090D8DB0}">
      <dgm:prSet/>
      <dgm:spPr/>
      <dgm:t>
        <a:bodyPr/>
        <a:lstStyle/>
        <a:p>
          <a:endParaRPr lang="fr-FR"/>
        </a:p>
      </dgm:t>
    </dgm:pt>
    <dgm:pt modelId="{F581F6DE-4314-4016-99AE-7009FBF071BD}">
      <dgm:prSet phldrT="[Texte]"/>
      <dgm:spPr/>
      <dgm:t>
        <a:bodyPr/>
        <a:lstStyle/>
        <a:p>
          <a:r>
            <a:rPr lang="fr-FR" dirty="0"/>
            <a:t>5 année primaire</a:t>
          </a:r>
        </a:p>
      </dgm:t>
    </dgm:pt>
    <dgm:pt modelId="{D5756148-1DAB-477A-BC7D-2E3165E820B0}" type="parTrans" cxnId="{D70E42BD-8F96-4C95-AA4F-483DD032BECD}">
      <dgm:prSet/>
      <dgm:spPr/>
      <dgm:t>
        <a:bodyPr/>
        <a:lstStyle/>
        <a:p>
          <a:endParaRPr lang="fr-FR"/>
        </a:p>
      </dgm:t>
    </dgm:pt>
    <dgm:pt modelId="{4B7E272A-5303-4234-A6CF-AFCA3FD9BBC3}" type="sibTrans" cxnId="{D70E42BD-8F96-4C95-AA4F-483DD032BECD}">
      <dgm:prSet/>
      <dgm:spPr/>
      <dgm:t>
        <a:bodyPr/>
        <a:lstStyle/>
        <a:p>
          <a:endParaRPr lang="fr-FR"/>
        </a:p>
      </dgm:t>
    </dgm:pt>
    <dgm:pt modelId="{2FE16DA5-DCCA-4E04-BCEE-C7D86ADF96F8}">
      <dgm:prSet phldrT="[Texte]"/>
      <dgm:spPr/>
      <dgm:t>
        <a:bodyPr/>
        <a:lstStyle/>
        <a:p>
          <a:r>
            <a:rPr lang="fr-FR" dirty="0"/>
            <a:t>6 année primaire</a:t>
          </a:r>
        </a:p>
      </dgm:t>
    </dgm:pt>
    <dgm:pt modelId="{719544A6-59C1-45FE-9472-AE8900CA2182}" type="parTrans" cxnId="{F2E2ED07-87EC-446F-9157-469736D380B8}">
      <dgm:prSet/>
      <dgm:spPr/>
      <dgm:t>
        <a:bodyPr/>
        <a:lstStyle/>
        <a:p>
          <a:endParaRPr lang="fr-FR"/>
        </a:p>
      </dgm:t>
    </dgm:pt>
    <dgm:pt modelId="{1ADAD9A0-0F85-4FC3-83D7-4A49D013AF2C}" type="sibTrans" cxnId="{F2E2ED07-87EC-446F-9157-469736D380B8}">
      <dgm:prSet/>
      <dgm:spPr/>
      <dgm:t>
        <a:bodyPr/>
        <a:lstStyle/>
        <a:p>
          <a:endParaRPr lang="fr-FR"/>
        </a:p>
      </dgm:t>
    </dgm:pt>
    <dgm:pt modelId="{34B9655B-C299-4A94-91A2-25ACF216AF35}" type="pres">
      <dgm:prSet presAssocID="{76329A21-6092-4CBC-AE51-E126C7EE7722}" presName="rootnode" presStyleCnt="0">
        <dgm:presLayoutVars>
          <dgm:chMax/>
          <dgm:chPref/>
          <dgm:dir/>
          <dgm:animLvl val="lvl"/>
        </dgm:presLayoutVars>
      </dgm:prSet>
      <dgm:spPr/>
    </dgm:pt>
    <dgm:pt modelId="{F6153E11-BF3C-4DB1-8F1F-986E1431DFA3}" type="pres">
      <dgm:prSet presAssocID="{38E43043-B725-48C1-B0CF-32246120E9D2}" presName="composite" presStyleCnt="0"/>
      <dgm:spPr/>
    </dgm:pt>
    <dgm:pt modelId="{556C0A25-3DEA-4A15-8718-E52637161F77}" type="pres">
      <dgm:prSet presAssocID="{38E43043-B725-48C1-B0CF-32246120E9D2}" presName="LShape" presStyleLbl="alignNode1" presStyleIdx="0" presStyleCnt="5"/>
      <dgm:spPr/>
    </dgm:pt>
    <dgm:pt modelId="{2B6ED443-BCEA-4A19-B8A0-4DAB0ED153FC}" type="pres">
      <dgm:prSet presAssocID="{38E43043-B725-48C1-B0CF-32246120E9D2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9E41BA17-817E-4E62-AD70-7CEF585DDDDD}" type="pres">
      <dgm:prSet presAssocID="{38E43043-B725-48C1-B0CF-32246120E9D2}" presName="Triangle" presStyleLbl="alignNode1" presStyleIdx="1" presStyleCnt="5"/>
      <dgm:spPr/>
    </dgm:pt>
    <dgm:pt modelId="{5FC59BC6-CC5D-4662-8E48-6A204C0A880F}" type="pres">
      <dgm:prSet presAssocID="{10A8B5A4-7126-4C58-9569-0C9B91EF6350}" presName="sibTrans" presStyleCnt="0"/>
      <dgm:spPr/>
    </dgm:pt>
    <dgm:pt modelId="{BB9BFBE5-4047-4FDF-A38F-26E9D35D0C8F}" type="pres">
      <dgm:prSet presAssocID="{10A8B5A4-7126-4C58-9569-0C9B91EF6350}" presName="space" presStyleCnt="0"/>
      <dgm:spPr/>
    </dgm:pt>
    <dgm:pt modelId="{B5B8D7A2-EC52-45E4-A3C1-D81E0B4F52B4}" type="pres">
      <dgm:prSet presAssocID="{F581F6DE-4314-4016-99AE-7009FBF071BD}" presName="composite" presStyleCnt="0"/>
      <dgm:spPr/>
    </dgm:pt>
    <dgm:pt modelId="{F0C48A9F-9397-4886-9A57-7F11A414862A}" type="pres">
      <dgm:prSet presAssocID="{F581F6DE-4314-4016-99AE-7009FBF071BD}" presName="LShape" presStyleLbl="alignNode1" presStyleIdx="2" presStyleCnt="5"/>
      <dgm:spPr/>
    </dgm:pt>
    <dgm:pt modelId="{0F17BAF1-10A6-47CE-8F9E-140924869FE6}" type="pres">
      <dgm:prSet presAssocID="{F581F6DE-4314-4016-99AE-7009FBF071BD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5DBCD579-0BBD-46AE-95A3-E42E8BE892C0}" type="pres">
      <dgm:prSet presAssocID="{F581F6DE-4314-4016-99AE-7009FBF071BD}" presName="Triangle" presStyleLbl="alignNode1" presStyleIdx="3" presStyleCnt="5"/>
      <dgm:spPr/>
    </dgm:pt>
    <dgm:pt modelId="{31DF0B46-43BD-4A77-8F32-6BBEDC2ACF24}" type="pres">
      <dgm:prSet presAssocID="{4B7E272A-5303-4234-A6CF-AFCA3FD9BBC3}" presName="sibTrans" presStyleCnt="0"/>
      <dgm:spPr/>
    </dgm:pt>
    <dgm:pt modelId="{2B8B1B26-C71A-421A-BDE4-BAE6003D93AA}" type="pres">
      <dgm:prSet presAssocID="{4B7E272A-5303-4234-A6CF-AFCA3FD9BBC3}" presName="space" presStyleCnt="0"/>
      <dgm:spPr/>
    </dgm:pt>
    <dgm:pt modelId="{579A92A2-EE29-43DA-B604-D2EBD290861E}" type="pres">
      <dgm:prSet presAssocID="{2FE16DA5-DCCA-4E04-BCEE-C7D86ADF96F8}" presName="composite" presStyleCnt="0"/>
      <dgm:spPr/>
    </dgm:pt>
    <dgm:pt modelId="{4DC2533B-1DD7-4EB7-8971-0AAFC8B7AE9F}" type="pres">
      <dgm:prSet presAssocID="{2FE16DA5-DCCA-4E04-BCEE-C7D86ADF96F8}" presName="LShape" presStyleLbl="alignNode1" presStyleIdx="4" presStyleCnt="5"/>
      <dgm:spPr/>
    </dgm:pt>
    <dgm:pt modelId="{5A2F3AAB-A370-487D-8865-7737E7B581AA}" type="pres">
      <dgm:prSet presAssocID="{2FE16DA5-DCCA-4E04-BCEE-C7D86ADF96F8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F2E2ED07-87EC-446F-9157-469736D380B8}" srcId="{76329A21-6092-4CBC-AE51-E126C7EE7722}" destId="{2FE16DA5-DCCA-4E04-BCEE-C7D86ADF96F8}" srcOrd="2" destOrd="0" parTransId="{719544A6-59C1-45FE-9472-AE8900CA2182}" sibTransId="{1ADAD9A0-0F85-4FC3-83D7-4A49D013AF2C}"/>
    <dgm:cxn modelId="{E52F0676-27FB-489A-BCA8-A5652A402EAB}" type="presOf" srcId="{F581F6DE-4314-4016-99AE-7009FBF071BD}" destId="{0F17BAF1-10A6-47CE-8F9E-140924869FE6}" srcOrd="0" destOrd="0" presId="urn:microsoft.com/office/officeart/2009/3/layout/StepUpProcess"/>
    <dgm:cxn modelId="{2BE45982-0706-4B4D-87C9-5745E781BA3B}" type="presOf" srcId="{76329A21-6092-4CBC-AE51-E126C7EE7722}" destId="{34B9655B-C299-4A94-91A2-25ACF216AF35}" srcOrd="0" destOrd="0" presId="urn:microsoft.com/office/officeart/2009/3/layout/StepUpProcess"/>
    <dgm:cxn modelId="{61FD1D85-62D4-4037-8866-36FE090D8DB0}" srcId="{76329A21-6092-4CBC-AE51-E126C7EE7722}" destId="{38E43043-B725-48C1-B0CF-32246120E9D2}" srcOrd="0" destOrd="0" parTransId="{5E866CE1-9145-4B42-A2B3-F3E0CBD3D05F}" sibTransId="{10A8B5A4-7126-4C58-9569-0C9B91EF6350}"/>
    <dgm:cxn modelId="{D70E42BD-8F96-4C95-AA4F-483DD032BECD}" srcId="{76329A21-6092-4CBC-AE51-E126C7EE7722}" destId="{F581F6DE-4314-4016-99AE-7009FBF071BD}" srcOrd="1" destOrd="0" parTransId="{D5756148-1DAB-477A-BC7D-2E3165E820B0}" sibTransId="{4B7E272A-5303-4234-A6CF-AFCA3FD9BBC3}"/>
    <dgm:cxn modelId="{33DBB8DE-488A-457C-97D3-A0E5600A74E1}" type="presOf" srcId="{2FE16DA5-DCCA-4E04-BCEE-C7D86ADF96F8}" destId="{5A2F3AAB-A370-487D-8865-7737E7B581AA}" srcOrd="0" destOrd="0" presId="urn:microsoft.com/office/officeart/2009/3/layout/StepUpProcess"/>
    <dgm:cxn modelId="{B7BA7EDF-A940-493D-82DB-74D334C6DEE5}" type="presOf" srcId="{38E43043-B725-48C1-B0CF-32246120E9D2}" destId="{2B6ED443-BCEA-4A19-B8A0-4DAB0ED153FC}" srcOrd="0" destOrd="0" presId="urn:microsoft.com/office/officeart/2009/3/layout/StepUpProcess"/>
    <dgm:cxn modelId="{F4B13464-89B3-41D3-83FE-113842A15B9E}" type="presParOf" srcId="{34B9655B-C299-4A94-91A2-25ACF216AF35}" destId="{F6153E11-BF3C-4DB1-8F1F-986E1431DFA3}" srcOrd="0" destOrd="0" presId="urn:microsoft.com/office/officeart/2009/3/layout/StepUpProcess"/>
    <dgm:cxn modelId="{6B56D053-0789-46A1-AC2C-54BC696DB8AF}" type="presParOf" srcId="{F6153E11-BF3C-4DB1-8F1F-986E1431DFA3}" destId="{556C0A25-3DEA-4A15-8718-E52637161F77}" srcOrd="0" destOrd="0" presId="urn:microsoft.com/office/officeart/2009/3/layout/StepUpProcess"/>
    <dgm:cxn modelId="{6ED0A31B-4CD3-4569-81E4-DC2511FC42EC}" type="presParOf" srcId="{F6153E11-BF3C-4DB1-8F1F-986E1431DFA3}" destId="{2B6ED443-BCEA-4A19-B8A0-4DAB0ED153FC}" srcOrd="1" destOrd="0" presId="urn:microsoft.com/office/officeart/2009/3/layout/StepUpProcess"/>
    <dgm:cxn modelId="{8A23BF49-6B3F-4450-8364-F37A2DEBEC9E}" type="presParOf" srcId="{F6153E11-BF3C-4DB1-8F1F-986E1431DFA3}" destId="{9E41BA17-817E-4E62-AD70-7CEF585DDDDD}" srcOrd="2" destOrd="0" presId="urn:microsoft.com/office/officeart/2009/3/layout/StepUpProcess"/>
    <dgm:cxn modelId="{7CC62CFC-85CA-4613-8456-5C7517B1ABE5}" type="presParOf" srcId="{34B9655B-C299-4A94-91A2-25ACF216AF35}" destId="{5FC59BC6-CC5D-4662-8E48-6A204C0A880F}" srcOrd="1" destOrd="0" presId="urn:microsoft.com/office/officeart/2009/3/layout/StepUpProcess"/>
    <dgm:cxn modelId="{9B417342-3D13-46F4-AAC4-895E0914AD2A}" type="presParOf" srcId="{5FC59BC6-CC5D-4662-8E48-6A204C0A880F}" destId="{BB9BFBE5-4047-4FDF-A38F-26E9D35D0C8F}" srcOrd="0" destOrd="0" presId="urn:microsoft.com/office/officeart/2009/3/layout/StepUpProcess"/>
    <dgm:cxn modelId="{996555C6-CBEE-457A-9C7E-A20A90480B8E}" type="presParOf" srcId="{34B9655B-C299-4A94-91A2-25ACF216AF35}" destId="{B5B8D7A2-EC52-45E4-A3C1-D81E0B4F52B4}" srcOrd="2" destOrd="0" presId="urn:microsoft.com/office/officeart/2009/3/layout/StepUpProcess"/>
    <dgm:cxn modelId="{67CDCDF7-C0FD-478D-88DC-88041D31F30C}" type="presParOf" srcId="{B5B8D7A2-EC52-45E4-A3C1-D81E0B4F52B4}" destId="{F0C48A9F-9397-4886-9A57-7F11A414862A}" srcOrd="0" destOrd="0" presId="urn:microsoft.com/office/officeart/2009/3/layout/StepUpProcess"/>
    <dgm:cxn modelId="{FC68FBF5-4A21-48E4-A1E7-3C42652A369A}" type="presParOf" srcId="{B5B8D7A2-EC52-45E4-A3C1-D81E0B4F52B4}" destId="{0F17BAF1-10A6-47CE-8F9E-140924869FE6}" srcOrd="1" destOrd="0" presId="urn:microsoft.com/office/officeart/2009/3/layout/StepUpProcess"/>
    <dgm:cxn modelId="{6CD2C5D0-7700-49B3-8869-CF349906AF08}" type="presParOf" srcId="{B5B8D7A2-EC52-45E4-A3C1-D81E0B4F52B4}" destId="{5DBCD579-0BBD-46AE-95A3-E42E8BE892C0}" srcOrd="2" destOrd="0" presId="urn:microsoft.com/office/officeart/2009/3/layout/StepUpProcess"/>
    <dgm:cxn modelId="{6EF6FEDF-4493-4CE1-B7E3-19637A774D52}" type="presParOf" srcId="{34B9655B-C299-4A94-91A2-25ACF216AF35}" destId="{31DF0B46-43BD-4A77-8F32-6BBEDC2ACF24}" srcOrd="3" destOrd="0" presId="urn:microsoft.com/office/officeart/2009/3/layout/StepUpProcess"/>
    <dgm:cxn modelId="{1235EC8B-3FF7-4764-9648-16A61D34B549}" type="presParOf" srcId="{31DF0B46-43BD-4A77-8F32-6BBEDC2ACF24}" destId="{2B8B1B26-C71A-421A-BDE4-BAE6003D93AA}" srcOrd="0" destOrd="0" presId="urn:microsoft.com/office/officeart/2009/3/layout/StepUpProcess"/>
    <dgm:cxn modelId="{6441BEB3-BFA0-4147-98CF-2D376F5CC5F1}" type="presParOf" srcId="{34B9655B-C299-4A94-91A2-25ACF216AF35}" destId="{579A92A2-EE29-43DA-B604-D2EBD290861E}" srcOrd="4" destOrd="0" presId="urn:microsoft.com/office/officeart/2009/3/layout/StepUpProcess"/>
    <dgm:cxn modelId="{6B87696A-C3B1-4FD1-9B3F-6656450789F6}" type="presParOf" srcId="{579A92A2-EE29-43DA-B604-D2EBD290861E}" destId="{4DC2533B-1DD7-4EB7-8971-0AAFC8B7AE9F}" srcOrd="0" destOrd="0" presId="urn:microsoft.com/office/officeart/2009/3/layout/StepUpProcess"/>
    <dgm:cxn modelId="{6DC41122-A553-4255-84F8-5FCECB618502}" type="presParOf" srcId="{579A92A2-EE29-43DA-B604-D2EBD290861E}" destId="{5A2F3AAB-A370-487D-8865-7737E7B581AA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861018-EE99-44AF-B01C-3161D0ADF121}" type="doc">
      <dgm:prSet loTypeId="urn:microsoft.com/office/officeart/2009/3/layout/StepUpProcess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913CB3F-D086-4940-91BB-515BFFCCFF6B}">
      <dgm:prSet phldrT="[Texte]"/>
      <dgm:spPr/>
      <dgm:t>
        <a:bodyPr/>
        <a:lstStyle/>
        <a:p>
          <a:r>
            <a:rPr lang="fr-FR" dirty="0"/>
            <a:t>1 année </a:t>
          </a:r>
          <a:r>
            <a:rPr lang="fr-FR" dirty="0" err="1"/>
            <a:t>collége</a:t>
          </a:r>
          <a:endParaRPr lang="fr-FR" dirty="0"/>
        </a:p>
      </dgm:t>
    </dgm:pt>
    <dgm:pt modelId="{CED1A511-C947-4054-BC95-FF89AA40BAC5}" type="parTrans" cxnId="{3BD72BEE-DC06-4453-A00E-9DDF4AE1362C}">
      <dgm:prSet/>
      <dgm:spPr/>
      <dgm:t>
        <a:bodyPr/>
        <a:lstStyle/>
        <a:p>
          <a:endParaRPr lang="fr-FR"/>
        </a:p>
      </dgm:t>
    </dgm:pt>
    <dgm:pt modelId="{CEE42B4F-F3AC-46F1-AAAD-230C1DFC3625}" type="sibTrans" cxnId="{3BD72BEE-DC06-4453-A00E-9DDF4AE1362C}">
      <dgm:prSet/>
      <dgm:spPr/>
      <dgm:t>
        <a:bodyPr/>
        <a:lstStyle/>
        <a:p>
          <a:endParaRPr lang="fr-FR"/>
        </a:p>
      </dgm:t>
    </dgm:pt>
    <dgm:pt modelId="{34A96024-7070-4D3B-BF3E-8081FFD8C75C}">
      <dgm:prSet phldrT="[Texte]"/>
      <dgm:spPr/>
      <dgm:t>
        <a:bodyPr/>
        <a:lstStyle/>
        <a:p>
          <a:r>
            <a:rPr lang="fr-FR" dirty="0"/>
            <a:t>2 année </a:t>
          </a:r>
          <a:r>
            <a:rPr lang="fr-FR" dirty="0" err="1"/>
            <a:t>collége</a:t>
          </a:r>
          <a:endParaRPr lang="fr-FR" dirty="0"/>
        </a:p>
      </dgm:t>
    </dgm:pt>
    <dgm:pt modelId="{D1BC8979-D7C4-4B43-8B6F-1E480B384962}" type="parTrans" cxnId="{DFA92619-C52C-46CE-8DD1-37A5B8079881}">
      <dgm:prSet/>
      <dgm:spPr/>
      <dgm:t>
        <a:bodyPr/>
        <a:lstStyle/>
        <a:p>
          <a:endParaRPr lang="fr-FR"/>
        </a:p>
      </dgm:t>
    </dgm:pt>
    <dgm:pt modelId="{C0763E8B-1611-4242-83FA-9751EC3C0B45}" type="sibTrans" cxnId="{DFA92619-C52C-46CE-8DD1-37A5B8079881}">
      <dgm:prSet/>
      <dgm:spPr/>
      <dgm:t>
        <a:bodyPr/>
        <a:lstStyle/>
        <a:p>
          <a:endParaRPr lang="fr-FR"/>
        </a:p>
      </dgm:t>
    </dgm:pt>
    <dgm:pt modelId="{5E35B14C-69C5-4F99-B792-AAFA6CC3277D}">
      <dgm:prSet phldrT="[Texte]"/>
      <dgm:spPr/>
      <dgm:t>
        <a:bodyPr/>
        <a:lstStyle/>
        <a:p>
          <a:r>
            <a:rPr lang="fr-FR" dirty="0"/>
            <a:t>3 année </a:t>
          </a:r>
          <a:r>
            <a:rPr lang="fr-FR" dirty="0" err="1"/>
            <a:t>collége</a:t>
          </a:r>
          <a:endParaRPr lang="fr-FR" dirty="0"/>
        </a:p>
      </dgm:t>
    </dgm:pt>
    <dgm:pt modelId="{6256BFBC-6280-4D97-8268-181B9F043DF7}" type="parTrans" cxnId="{B2AF826D-33E4-444B-9FB8-1F579D588F2C}">
      <dgm:prSet/>
      <dgm:spPr/>
      <dgm:t>
        <a:bodyPr/>
        <a:lstStyle/>
        <a:p>
          <a:endParaRPr lang="fr-FR"/>
        </a:p>
      </dgm:t>
    </dgm:pt>
    <dgm:pt modelId="{9BC3DE02-419F-47ED-91BA-814D6FFC4885}" type="sibTrans" cxnId="{B2AF826D-33E4-444B-9FB8-1F579D588F2C}">
      <dgm:prSet/>
      <dgm:spPr/>
      <dgm:t>
        <a:bodyPr/>
        <a:lstStyle/>
        <a:p>
          <a:endParaRPr lang="fr-FR"/>
        </a:p>
      </dgm:t>
    </dgm:pt>
    <dgm:pt modelId="{78C21BF0-F972-400A-82F7-4F1C7A0A473D}" type="pres">
      <dgm:prSet presAssocID="{40861018-EE99-44AF-B01C-3161D0ADF121}" presName="rootnode" presStyleCnt="0">
        <dgm:presLayoutVars>
          <dgm:chMax/>
          <dgm:chPref/>
          <dgm:dir/>
          <dgm:animLvl val="lvl"/>
        </dgm:presLayoutVars>
      </dgm:prSet>
      <dgm:spPr/>
    </dgm:pt>
    <dgm:pt modelId="{87E3EF1B-943C-4705-B3C0-055164896CD8}" type="pres">
      <dgm:prSet presAssocID="{0913CB3F-D086-4940-91BB-515BFFCCFF6B}" presName="composite" presStyleCnt="0"/>
      <dgm:spPr/>
    </dgm:pt>
    <dgm:pt modelId="{79F442AC-ACB1-4545-9846-D58EB04B66C9}" type="pres">
      <dgm:prSet presAssocID="{0913CB3F-D086-4940-91BB-515BFFCCFF6B}" presName="LShape" presStyleLbl="alignNode1" presStyleIdx="0" presStyleCnt="5"/>
      <dgm:spPr/>
    </dgm:pt>
    <dgm:pt modelId="{83D671BC-A765-43EC-B0E0-E547BEEF495E}" type="pres">
      <dgm:prSet presAssocID="{0913CB3F-D086-4940-91BB-515BFFCCFF6B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8973824F-BD01-4664-B4D3-C68FF3BBB465}" type="pres">
      <dgm:prSet presAssocID="{0913CB3F-D086-4940-91BB-515BFFCCFF6B}" presName="Triangle" presStyleLbl="alignNode1" presStyleIdx="1" presStyleCnt="5"/>
      <dgm:spPr/>
    </dgm:pt>
    <dgm:pt modelId="{C6FE2174-AE39-4383-BA12-E34B46969844}" type="pres">
      <dgm:prSet presAssocID="{CEE42B4F-F3AC-46F1-AAAD-230C1DFC3625}" presName="sibTrans" presStyleCnt="0"/>
      <dgm:spPr/>
    </dgm:pt>
    <dgm:pt modelId="{2F3D5FC5-E71C-4D42-8B4D-82D558C6C50D}" type="pres">
      <dgm:prSet presAssocID="{CEE42B4F-F3AC-46F1-AAAD-230C1DFC3625}" presName="space" presStyleCnt="0"/>
      <dgm:spPr/>
    </dgm:pt>
    <dgm:pt modelId="{24559FD0-73AC-40B4-8B04-F3BBD147FD69}" type="pres">
      <dgm:prSet presAssocID="{34A96024-7070-4D3B-BF3E-8081FFD8C75C}" presName="composite" presStyleCnt="0"/>
      <dgm:spPr/>
    </dgm:pt>
    <dgm:pt modelId="{129819A1-46E4-4596-B509-FEA12B41A4F0}" type="pres">
      <dgm:prSet presAssocID="{34A96024-7070-4D3B-BF3E-8081FFD8C75C}" presName="LShape" presStyleLbl="alignNode1" presStyleIdx="2" presStyleCnt="5"/>
      <dgm:spPr/>
    </dgm:pt>
    <dgm:pt modelId="{24426F11-9C6E-4D16-A21C-3753B3A50391}" type="pres">
      <dgm:prSet presAssocID="{34A96024-7070-4D3B-BF3E-8081FFD8C75C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F411AFE8-FD97-4ECC-A52E-B5C34880A8E9}" type="pres">
      <dgm:prSet presAssocID="{34A96024-7070-4D3B-BF3E-8081FFD8C75C}" presName="Triangle" presStyleLbl="alignNode1" presStyleIdx="3" presStyleCnt="5"/>
      <dgm:spPr/>
    </dgm:pt>
    <dgm:pt modelId="{70CFFF70-BC9C-4245-8624-A6FDB36C8893}" type="pres">
      <dgm:prSet presAssocID="{C0763E8B-1611-4242-83FA-9751EC3C0B45}" presName="sibTrans" presStyleCnt="0"/>
      <dgm:spPr/>
    </dgm:pt>
    <dgm:pt modelId="{836D3C86-D3BA-4999-93E1-C1144FFFA9B1}" type="pres">
      <dgm:prSet presAssocID="{C0763E8B-1611-4242-83FA-9751EC3C0B45}" presName="space" presStyleCnt="0"/>
      <dgm:spPr/>
    </dgm:pt>
    <dgm:pt modelId="{AD3C71BF-D1E7-41FB-87FC-80A87A26FB92}" type="pres">
      <dgm:prSet presAssocID="{5E35B14C-69C5-4F99-B792-AAFA6CC3277D}" presName="composite" presStyleCnt="0"/>
      <dgm:spPr/>
    </dgm:pt>
    <dgm:pt modelId="{CF01CB91-34A4-444B-ACD3-00B249179762}" type="pres">
      <dgm:prSet presAssocID="{5E35B14C-69C5-4F99-B792-AAFA6CC3277D}" presName="LShape" presStyleLbl="alignNode1" presStyleIdx="4" presStyleCnt="5"/>
      <dgm:spPr/>
    </dgm:pt>
    <dgm:pt modelId="{272D524D-0C8D-405B-A2DC-4635F8F91DA7}" type="pres">
      <dgm:prSet presAssocID="{5E35B14C-69C5-4F99-B792-AAFA6CC3277D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825F360A-3464-409A-B324-5A86C066D66A}" type="presOf" srcId="{0913CB3F-D086-4940-91BB-515BFFCCFF6B}" destId="{83D671BC-A765-43EC-B0E0-E547BEEF495E}" srcOrd="0" destOrd="0" presId="urn:microsoft.com/office/officeart/2009/3/layout/StepUpProcess"/>
    <dgm:cxn modelId="{DFA92619-C52C-46CE-8DD1-37A5B8079881}" srcId="{40861018-EE99-44AF-B01C-3161D0ADF121}" destId="{34A96024-7070-4D3B-BF3E-8081FFD8C75C}" srcOrd="1" destOrd="0" parTransId="{D1BC8979-D7C4-4B43-8B6F-1E480B384962}" sibTransId="{C0763E8B-1611-4242-83FA-9751EC3C0B45}"/>
    <dgm:cxn modelId="{1953F25D-3DC8-4A1E-9FD4-6373E1153FC9}" type="presOf" srcId="{34A96024-7070-4D3B-BF3E-8081FFD8C75C}" destId="{24426F11-9C6E-4D16-A21C-3753B3A50391}" srcOrd="0" destOrd="0" presId="urn:microsoft.com/office/officeart/2009/3/layout/StepUpProcess"/>
    <dgm:cxn modelId="{3063D14A-95D7-48E6-8D84-077055F6007B}" type="presOf" srcId="{40861018-EE99-44AF-B01C-3161D0ADF121}" destId="{78C21BF0-F972-400A-82F7-4F1C7A0A473D}" srcOrd="0" destOrd="0" presId="urn:microsoft.com/office/officeart/2009/3/layout/StepUpProcess"/>
    <dgm:cxn modelId="{B2AF826D-33E4-444B-9FB8-1F579D588F2C}" srcId="{40861018-EE99-44AF-B01C-3161D0ADF121}" destId="{5E35B14C-69C5-4F99-B792-AAFA6CC3277D}" srcOrd="2" destOrd="0" parTransId="{6256BFBC-6280-4D97-8268-181B9F043DF7}" sibTransId="{9BC3DE02-419F-47ED-91BA-814D6FFC4885}"/>
    <dgm:cxn modelId="{420272DC-189F-4EC8-9D5A-BD0D1FE1B207}" type="presOf" srcId="{5E35B14C-69C5-4F99-B792-AAFA6CC3277D}" destId="{272D524D-0C8D-405B-A2DC-4635F8F91DA7}" srcOrd="0" destOrd="0" presId="urn:microsoft.com/office/officeart/2009/3/layout/StepUpProcess"/>
    <dgm:cxn modelId="{3BD72BEE-DC06-4453-A00E-9DDF4AE1362C}" srcId="{40861018-EE99-44AF-B01C-3161D0ADF121}" destId="{0913CB3F-D086-4940-91BB-515BFFCCFF6B}" srcOrd="0" destOrd="0" parTransId="{CED1A511-C947-4054-BC95-FF89AA40BAC5}" sibTransId="{CEE42B4F-F3AC-46F1-AAAD-230C1DFC3625}"/>
    <dgm:cxn modelId="{EB941990-D17A-46FE-AC2B-73A4B3149C74}" type="presParOf" srcId="{78C21BF0-F972-400A-82F7-4F1C7A0A473D}" destId="{87E3EF1B-943C-4705-B3C0-055164896CD8}" srcOrd="0" destOrd="0" presId="urn:microsoft.com/office/officeart/2009/3/layout/StepUpProcess"/>
    <dgm:cxn modelId="{CE09BD47-CCB7-4658-9F33-A6ADBC274F5E}" type="presParOf" srcId="{87E3EF1B-943C-4705-B3C0-055164896CD8}" destId="{79F442AC-ACB1-4545-9846-D58EB04B66C9}" srcOrd="0" destOrd="0" presId="urn:microsoft.com/office/officeart/2009/3/layout/StepUpProcess"/>
    <dgm:cxn modelId="{D9D5C97B-FFDF-4B99-A4DB-00298775C78D}" type="presParOf" srcId="{87E3EF1B-943C-4705-B3C0-055164896CD8}" destId="{83D671BC-A765-43EC-B0E0-E547BEEF495E}" srcOrd="1" destOrd="0" presId="urn:microsoft.com/office/officeart/2009/3/layout/StepUpProcess"/>
    <dgm:cxn modelId="{A933B7DA-5A67-408F-958B-BC6AA0FBA391}" type="presParOf" srcId="{87E3EF1B-943C-4705-B3C0-055164896CD8}" destId="{8973824F-BD01-4664-B4D3-C68FF3BBB465}" srcOrd="2" destOrd="0" presId="urn:microsoft.com/office/officeart/2009/3/layout/StepUpProcess"/>
    <dgm:cxn modelId="{57D8A671-86F8-40DE-85F6-1C921B2966BD}" type="presParOf" srcId="{78C21BF0-F972-400A-82F7-4F1C7A0A473D}" destId="{C6FE2174-AE39-4383-BA12-E34B46969844}" srcOrd="1" destOrd="0" presId="urn:microsoft.com/office/officeart/2009/3/layout/StepUpProcess"/>
    <dgm:cxn modelId="{412691ED-0464-4540-B284-639A59F271AF}" type="presParOf" srcId="{C6FE2174-AE39-4383-BA12-E34B46969844}" destId="{2F3D5FC5-E71C-4D42-8B4D-82D558C6C50D}" srcOrd="0" destOrd="0" presId="urn:microsoft.com/office/officeart/2009/3/layout/StepUpProcess"/>
    <dgm:cxn modelId="{7176417F-D887-466D-B54B-3ABC6CA2B757}" type="presParOf" srcId="{78C21BF0-F972-400A-82F7-4F1C7A0A473D}" destId="{24559FD0-73AC-40B4-8B04-F3BBD147FD69}" srcOrd="2" destOrd="0" presId="urn:microsoft.com/office/officeart/2009/3/layout/StepUpProcess"/>
    <dgm:cxn modelId="{56200C4E-D769-4742-84ED-B6728B68659B}" type="presParOf" srcId="{24559FD0-73AC-40B4-8B04-F3BBD147FD69}" destId="{129819A1-46E4-4596-B509-FEA12B41A4F0}" srcOrd="0" destOrd="0" presId="urn:microsoft.com/office/officeart/2009/3/layout/StepUpProcess"/>
    <dgm:cxn modelId="{DFC9B3B5-C080-44E0-B451-2E3A32F68B05}" type="presParOf" srcId="{24559FD0-73AC-40B4-8B04-F3BBD147FD69}" destId="{24426F11-9C6E-4D16-A21C-3753B3A50391}" srcOrd="1" destOrd="0" presId="urn:microsoft.com/office/officeart/2009/3/layout/StepUpProcess"/>
    <dgm:cxn modelId="{78C4A91F-B503-4DA9-A31E-B40B4EA3D44F}" type="presParOf" srcId="{24559FD0-73AC-40B4-8B04-F3BBD147FD69}" destId="{F411AFE8-FD97-4ECC-A52E-B5C34880A8E9}" srcOrd="2" destOrd="0" presId="urn:microsoft.com/office/officeart/2009/3/layout/StepUpProcess"/>
    <dgm:cxn modelId="{F7F7CA13-4BDF-453C-A671-AF64562C2597}" type="presParOf" srcId="{78C21BF0-F972-400A-82F7-4F1C7A0A473D}" destId="{70CFFF70-BC9C-4245-8624-A6FDB36C8893}" srcOrd="3" destOrd="0" presId="urn:microsoft.com/office/officeart/2009/3/layout/StepUpProcess"/>
    <dgm:cxn modelId="{F09CFC58-2E65-46FF-AE24-EE270CA4752A}" type="presParOf" srcId="{70CFFF70-BC9C-4245-8624-A6FDB36C8893}" destId="{836D3C86-D3BA-4999-93E1-C1144FFFA9B1}" srcOrd="0" destOrd="0" presId="urn:microsoft.com/office/officeart/2009/3/layout/StepUpProcess"/>
    <dgm:cxn modelId="{25FF2DBA-D3E8-4644-A92C-DB2697080DB6}" type="presParOf" srcId="{78C21BF0-F972-400A-82F7-4F1C7A0A473D}" destId="{AD3C71BF-D1E7-41FB-87FC-80A87A26FB92}" srcOrd="4" destOrd="0" presId="urn:microsoft.com/office/officeart/2009/3/layout/StepUpProcess"/>
    <dgm:cxn modelId="{CEB7281A-C0C9-4DAB-BF6B-3909AE85915F}" type="presParOf" srcId="{AD3C71BF-D1E7-41FB-87FC-80A87A26FB92}" destId="{CF01CB91-34A4-444B-ACD3-00B249179762}" srcOrd="0" destOrd="0" presId="urn:microsoft.com/office/officeart/2009/3/layout/StepUpProcess"/>
    <dgm:cxn modelId="{B942A60D-4CCB-425F-9B94-8EAAF182DAEB}" type="presParOf" srcId="{AD3C71BF-D1E7-41FB-87FC-80A87A26FB92}" destId="{272D524D-0C8D-405B-A2DC-4635F8F91DA7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BC97F9-6A30-415A-9DD6-8B4745FCE478}" type="doc">
      <dgm:prSet loTypeId="urn:microsoft.com/office/officeart/2009/3/layout/StepUpProcess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CB2A06B-5CEF-45DC-9AF7-C976947D858E}">
      <dgm:prSet phldrT="[Texte]"/>
      <dgm:spPr/>
      <dgm:t>
        <a:bodyPr/>
        <a:lstStyle/>
        <a:p>
          <a:r>
            <a:rPr lang="fr-FR" b="0" dirty="0"/>
            <a:t>1 année lycée (TCSF)</a:t>
          </a:r>
        </a:p>
      </dgm:t>
    </dgm:pt>
    <dgm:pt modelId="{F3AEDD7C-23F5-465A-BCE7-FB5A87DDCD5F}" type="parTrans" cxnId="{AA4737F4-66ED-4730-BCFF-C6D2570831D9}">
      <dgm:prSet/>
      <dgm:spPr/>
      <dgm:t>
        <a:bodyPr/>
        <a:lstStyle/>
        <a:p>
          <a:endParaRPr lang="fr-FR"/>
        </a:p>
      </dgm:t>
    </dgm:pt>
    <dgm:pt modelId="{A1B48F60-E252-4513-925D-0FDD03A087A2}" type="sibTrans" cxnId="{AA4737F4-66ED-4730-BCFF-C6D2570831D9}">
      <dgm:prSet/>
      <dgm:spPr/>
      <dgm:t>
        <a:bodyPr/>
        <a:lstStyle/>
        <a:p>
          <a:endParaRPr lang="fr-FR"/>
        </a:p>
      </dgm:t>
    </dgm:pt>
    <dgm:pt modelId="{1780A60C-C1EA-4BA5-BD6C-DDEA6CCE10DD}">
      <dgm:prSet phldrT="[Texte]"/>
      <dgm:spPr/>
      <dgm:t>
        <a:bodyPr/>
        <a:lstStyle/>
        <a:p>
          <a:r>
            <a:rPr lang="fr-FR" b="0" dirty="0"/>
            <a:t>2 année lycée (SM)</a:t>
          </a:r>
        </a:p>
      </dgm:t>
    </dgm:pt>
    <dgm:pt modelId="{A0D1E7D2-EEC8-4F7D-AD41-72D06529088E}" type="parTrans" cxnId="{22829455-727F-4407-BA58-6798E21E986F}">
      <dgm:prSet/>
      <dgm:spPr/>
      <dgm:t>
        <a:bodyPr/>
        <a:lstStyle/>
        <a:p>
          <a:endParaRPr lang="fr-FR"/>
        </a:p>
      </dgm:t>
    </dgm:pt>
    <dgm:pt modelId="{93F94D1F-8511-479F-BB20-CF5D3AFC8636}" type="sibTrans" cxnId="{22829455-727F-4407-BA58-6798E21E986F}">
      <dgm:prSet/>
      <dgm:spPr/>
      <dgm:t>
        <a:bodyPr/>
        <a:lstStyle/>
        <a:p>
          <a:endParaRPr lang="fr-FR"/>
        </a:p>
      </dgm:t>
    </dgm:pt>
    <dgm:pt modelId="{556F9CC6-3788-44C9-9C92-7CF4A9BC8E35}">
      <dgm:prSet phldrT="[Texte]"/>
      <dgm:spPr/>
      <dgm:t>
        <a:bodyPr/>
        <a:lstStyle/>
        <a:p>
          <a:r>
            <a:rPr lang="fr-FR" b="0" dirty="0"/>
            <a:t>3 année lycée (SM)</a:t>
          </a:r>
        </a:p>
      </dgm:t>
    </dgm:pt>
    <dgm:pt modelId="{28455576-A009-4376-AC53-AC2D8DD4CC7D}" type="parTrans" cxnId="{B5EDC56F-3E78-48AB-B0E8-7095D57DA2BA}">
      <dgm:prSet/>
      <dgm:spPr/>
      <dgm:t>
        <a:bodyPr/>
        <a:lstStyle/>
        <a:p>
          <a:endParaRPr lang="fr-FR"/>
        </a:p>
      </dgm:t>
    </dgm:pt>
    <dgm:pt modelId="{88A5E086-80AB-4EB0-8838-B967CA40D79D}" type="sibTrans" cxnId="{B5EDC56F-3E78-48AB-B0E8-7095D57DA2BA}">
      <dgm:prSet/>
      <dgm:spPr/>
      <dgm:t>
        <a:bodyPr/>
        <a:lstStyle/>
        <a:p>
          <a:endParaRPr lang="fr-FR"/>
        </a:p>
      </dgm:t>
    </dgm:pt>
    <dgm:pt modelId="{1BB8D583-9FB5-4385-BC3A-7FBA1EBD0EFE}" type="pres">
      <dgm:prSet presAssocID="{ADBC97F9-6A30-415A-9DD6-8B4745FCE478}" presName="rootnode" presStyleCnt="0">
        <dgm:presLayoutVars>
          <dgm:chMax/>
          <dgm:chPref/>
          <dgm:dir/>
          <dgm:animLvl val="lvl"/>
        </dgm:presLayoutVars>
      </dgm:prSet>
      <dgm:spPr/>
    </dgm:pt>
    <dgm:pt modelId="{F188E935-CA30-4781-ACFD-6B064DA09385}" type="pres">
      <dgm:prSet presAssocID="{1CB2A06B-5CEF-45DC-9AF7-C976947D858E}" presName="composite" presStyleCnt="0"/>
      <dgm:spPr/>
    </dgm:pt>
    <dgm:pt modelId="{108C8BEC-E81B-4758-ADCE-4CEBB92BE0ED}" type="pres">
      <dgm:prSet presAssocID="{1CB2A06B-5CEF-45DC-9AF7-C976947D858E}" presName="LShape" presStyleLbl="alignNode1" presStyleIdx="0" presStyleCnt="5"/>
      <dgm:spPr/>
    </dgm:pt>
    <dgm:pt modelId="{C2A90407-52F5-4681-85DB-1E5160B5C7F9}" type="pres">
      <dgm:prSet presAssocID="{1CB2A06B-5CEF-45DC-9AF7-C976947D858E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9D83940C-C760-4B0D-9D8B-4C07754E33C5}" type="pres">
      <dgm:prSet presAssocID="{1CB2A06B-5CEF-45DC-9AF7-C976947D858E}" presName="Triangle" presStyleLbl="alignNode1" presStyleIdx="1" presStyleCnt="5"/>
      <dgm:spPr/>
    </dgm:pt>
    <dgm:pt modelId="{395AC2B5-472F-457C-8AC7-D2BA31435A21}" type="pres">
      <dgm:prSet presAssocID="{A1B48F60-E252-4513-925D-0FDD03A087A2}" presName="sibTrans" presStyleCnt="0"/>
      <dgm:spPr/>
    </dgm:pt>
    <dgm:pt modelId="{BC0E0ECA-0317-473F-8A6C-9B809297B5FA}" type="pres">
      <dgm:prSet presAssocID="{A1B48F60-E252-4513-925D-0FDD03A087A2}" presName="space" presStyleCnt="0"/>
      <dgm:spPr/>
    </dgm:pt>
    <dgm:pt modelId="{3C584EE6-5EAE-487B-94B4-41247BEA1FA1}" type="pres">
      <dgm:prSet presAssocID="{1780A60C-C1EA-4BA5-BD6C-DDEA6CCE10DD}" presName="composite" presStyleCnt="0"/>
      <dgm:spPr/>
    </dgm:pt>
    <dgm:pt modelId="{63A610AB-26BC-47E9-907C-CE593A025B9D}" type="pres">
      <dgm:prSet presAssocID="{1780A60C-C1EA-4BA5-BD6C-DDEA6CCE10DD}" presName="LShape" presStyleLbl="alignNode1" presStyleIdx="2" presStyleCnt="5"/>
      <dgm:spPr/>
    </dgm:pt>
    <dgm:pt modelId="{F7CCF949-976D-404A-A305-3498D6D271FA}" type="pres">
      <dgm:prSet presAssocID="{1780A60C-C1EA-4BA5-BD6C-DDEA6CCE10DD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CCCDB28-D589-4813-8146-BCF1423145C5}" type="pres">
      <dgm:prSet presAssocID="{1780A60C-C1EA-4BA5-BD6C-DDEA6CCE10DD}" presName="Triangle" presStyleLbl="alignNode1" presStyleIdx="3" presStyleCnt="5"/>
      <dgm:spPr/>
    </dgm:pt>
    <dgm:pt modelId="{A56A2394-2FD5-4B23-A482-3E3D1D857415}" type="pres">
      <dgm:prSet presAssocID="{93F94D1F-8511-479F-BB20-CF5D3AFC8636}" presName="sibTrans" presStyleCnt="0"/>
      <dgm:spPr/>
    </dgm:pt>
    <dgm:pt modelId="{392F96A3-6017-45CA-B9A6-F2F3109F0D88}" type="pres">
      <dgm:prSet presAssocID="{93F94D1F-8511-479F-BB20-CF5D3AFC8636}" presName="space" presStyleCnt="0"/>
      <dgm:spPr/>
    </dgm:pt>
    <dgm:pt modelId="{70D99B85-504E-406B-93CC-5EC8041443F0}" type="pres">
      <dgm:prSet presAssocID="{556F9CC6-3788-44C9-9C92-7CF4A9BC8E35}" presName="composite" presStyleCnt="0"/>
      <dgm:spPr/>
    </dgm:pt>
    <dgm:pt modelId="{97FC0DCB-C96A-47A1-A6AC-AB62A92D8AD3}" type="pres">
      <dgm:prSet presAssocID="{556F9CC6-3788-44C9-9C92-7CF4A9BC8E35}" presName="LShape" presStyleLbl="alignNode1" presStyleIdx="4" presStyleCnt="5"/>
      <dgm:spPr/>
    </dgm:pt>
    <dgm:pt modelId="{180AC4ED-4020-430D-9BEF-06CB32BE7BA9}" type="pres">
      <dgm:prSet presAssocID="{556F9CC6-3788-44C9-9C92-7CF4A9BC8E35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2611BF41-5060-42EF-BD81-46011213AFEC}" type="presOf" srcId="{1780A60C-C1EA-4BA5-BD6C-DDEA6CCE10DD}" destId="{F7CCF949-976D-404A-A305-3498D6D271FA}" srcOrd="0" destOrd="0" presId="urn:microsoft.com/office/officeart/2009/3/layout/StepUpProcess"/>
    <dgm:cxn modelId="{B5EDC56F-3E78-48AB-B0E8-7095D57DA2BA}" srcId="{ADBC97F9-6A30-415A-9DD6-8B4745FCE478}" destId="{556F9CC6-3788-44C9-9C92-7CF4A9BC8E35}" srcOrd="2" destOrd="0" parTransId="{28455576-A009-4376-AC53-AC2D8DD4CC7D}" sibTransId="{88A5E086-80AB-4EB0-8838-B967CA40D79D}"/>
    <dgm:cxn modelId="{22829455-727F-4407-BA58-6798E21E986F}" srcId="{ADBC97F9-6A30-415A-9DD6-8B4745FCE478}" destId="{1780A60C-C1EA-4BA5-BD6C-DDEA6CCE10DD}" srcOrd="1" destOrd="0" parTransId="{A0D1E7D2-EEC8-4F7D-AD41-72D06529088E}" sibTransId="{93F94D1F-8511-479F-BB20-CF5D3AFC8636}"/>
    <dgm:cxn modelId="{CE8AECB1-56B1-4720-A705-C0359C292199}" type="presOf" srcId="{ADBC97F9-6A30-415A-9DD6-8B4745FCE478}" destId="{1BB8D583-9FB5-4385-BC3A-7FBA1EBD0EFE}" srcOrd="0" destOrd="0" presId="urn:microsoft.com/office/officeart/2009/3/layout/StepUpProcess"/>
    <dgm:cxn modelId="{C3D539B8-E769-4BF8-B594-3275AE531F1B}" type="presOf" srcId="{556F9CC6-3788-44C9-9C92-7CF4A9BC8E35}" destId="{180AC4ED-4020-430D-9BEF-06CB32BE7BA9}" srcOrd="0" destOrd="0" presId="urn:microsoft.com/office/officeart/2009/3/layout/StepUpProcess"/>
    <dgm:cxn modelId="{AA4737F4-66ED-4730-BCFF-C6D2570831D9}" srcId="{ADBC97F9-6A30-415A-9DD6-8B4745FCE478}" destId="{1CB2A06B-5CEF-45DC-9AF7-C976947D858E}" srcOrd="0" destOrd="0" parTransId="{F3AEDD7C-23F5-465A-BCE7-FB5A87DDCD5F}" sibTransId="{A1B48F60-E252-4513-925D-0FDD03A087A2}"/>
    <dgm:cxn modelId="{A39ED6F7-B747-4F6F-A0E4-19A4944206D7}" type="presOf" srcId="{1CB2A06B-5CEF-45DC-9AF7-C976947D858E}" destId="{C2A90407-52F5-4681-85DB-1E5160B5C7F9}" srcOrd="0" destOrd="0" presId="urn:microsoft.com/office/officeart/2009/3/layout/StepUpProcess"/>
    <dgm:cxn modelId="{C2DE9271-502C-4D8C-92F2-BE770A93CBD2}" type="presParOf" srcId="{1BB8D583-9FB5-4385-BC3A-7FBA1EBD0EFE}" destId="{F188E935-CA30-4781-ACFD-6B064DA09385}" srcOrd="0" destOrd="0" presId="urn:microsoft.com/office/officeart/2009/3/layout/StepUpProcess"/>
    <dgm:cxn modelId="{0A8B1468-EE9E-4040-BDD6-E7808B87191F}" type="presParOf" srcId="{F188E935-CA30-4781-ACFD-6B064DA09385}" destId="{108C8BEC-E81B-4758-ADCE-4CEBB92BE0ED}" srcOrd="0" destOrd="0" presId="urn:microsoft.com/office/officeart/2009/3/layout/StepUpProcess"/>
    <dgm:cxn modelId="{5ADFAA24-21D4-4710-A7FA-78F8CC605C87}" type="presParOf" srcId="{F188E935-CA30-4781-ACFD-6B064DA09385}" destId="{C2A90407-52F5-4681-85DB-1E5160B5C7F9}" srcOrd="1" destOrd="0" presId="urn:microsoft.com/office/officeart/2009/3/layout/StepUpProcess"/>
    <dgm:cxn modelId="{7C3453D4-96FE-4DF6-BD33-4BABA59B21D4}" type="presParOf" srcId="{F188E935-CA30-4781-ACFD-6B064DA09385}" destId="{9D83940C-C760-4B0D-9D8B-4C07754E33C5}" srcOrd="2" destOrd="0" presId="urn:microsoft.com/office/officeart/2009/3/layout/StepUpProcess"/>
    <dgm:cxn modelId="{0EFA05A0-F933-475B-A45D-883028D36DAC}" type="presParOf" srcId="{1BB8D583-9FB5-4385-BC3A-7FBA1EBD0EFE}" destId="{395AC2B5-472F-457C-8AC7-D2BA31435A21}" srcOrd="1" destOrd="0" presId="urn:microsoft.com/office/officeart/2009/3/layout/StepUpProcess"/>
    <dgm:cxn modelId="{83AB7D2B-387E-4DBE-9ABE-655454C06E45}" type="presParOf" srcId="{395AC2B5-472F-457C-8AC7-D2BA31435A21}" destId="{BC0E0ECA-0317-473F-8A6C-9B809297B5FA}" srcOrd="0" destOrd="0" presId="urn:microsoft.com/office/officeart/2009/3/layout/StepUpProcess"/>
    <dgm:cxn modelId="{1DF64648-45AC-4379-9865-4B26F246C585}" type="presParOf" srcId="{1BB8D583-9FB5-4385-BC3A-7FBA1EBD0EFE}" destId="{3C584EE6-5EAE-487B-94B4-41247BEA1FA1}" srcOrd="2" destOrd="0" presId="urn:microsoft.com/office/officeart/2009/3/layout/StepUpProcess"/>
    <dgm:cxn modelId="{FF15DB18-1E1B-4E3C-A4B0-B43BAF7F06A3}" type="presParOf" srcId="{3C584EE6-5EAE-487B-94B4-41247BEA1FA1}" destId="{63A610AB-26BC-47E9-907C-CE593A025B9D}" srcOrd="0" destOrd="0" presId="urn:microsoft.com/office/officeart/2009/3/layout/StepUpProcess"/>
    <dgm:cxn modelId="{F57A5E0E-4228-49D8-9D78-3C9F79960B8A}" type="presParOf" srcId="{3C584EE6-5EAE-487B-94B4-41247BEA1FA1}" destId="{F7CCF949-976D-404A-A305-3498D6D271FA}" srcOrd="1" destOrd="0" presId="urn:microsoft.com/office/officeart/2009/3/layout/StepUpProcess"/>
    <dgm:cxn modelId="{24F2B83B-05F5-42B8-979B-C0D5DBA746E8}" type="presParOf" srcId="{3C584EE6-5EAE-487B-94B4-41247BEA1FA1}" destId="{CCCCDB28-D589-4813-8146-BCF1423145C5}" srcOrd="2" destOrd="0" presId="urn:microsoft.com/office/officeart/2009/3/layout/StepUpProcess"/>
    <dgm:cxn modelId="{FEEF03FC-9EE8-4DAC-B173-ED8F58984D18}" type="presParOf" srcId="{1BB8D583-9FB5-4385-BC3A-7FBA1EBD0EFE}" destId="{A56A2394-2FD5-4B23-A482-3E3D1D857415}" srcOrd="3" destOrd="0" presId="urn:microsoft.com/office/officeart/2009/3/layout/StepUpProcess"/>
    <dgm:cxn modelId="{A1E99532-0173-4B8E-9F40-5FE6ABF75015}" type="presParOf" srcId="{A56A2394-2FD5-4B23-A482-3E3D1D857415}" destId="{392F96A3-6017-45CA-B9A6-F2F3109F0D88}" srcOrd="0" destOrd="0" presId="urn:microsoft.com/office/officeart/2009/3/layout/StepUpProcess"/>
    <dgm:cxn modelId="{604787F1-7E27-43BF-BA8A-EC8B3E7382BF}" type="presParOf" srcId="{1BB8D583-9FB5-4385-BC3A-7FBA1EBD0EFE}" destId="{70D99B85-504E-406B-93CC-5EC8041443F0}" srcOrd="4" destOrd="0" presId="urn:microsoft.com/office/officeart/2009/3/layout/StepUpProcess"/>
    <dgm:cxn modelId="{9AE12CF1-D437-4445-BF0B-64FC3E0AA3BF}" type="presParOf" srcId="{70D99B85-504E-406B-93CC-5EC8041443F0}" destId="{97FC0DCB-C96A-47A1-A6AC-AB62A92D8AD3}" srcOrd="0" destOrd="0" presId="urn:microsoft.com/office/officeart/2009/3/layout/StepUpProcess"/>
    <dgm:cxn modelId="{11C5AAD6-29C2-48EA-A88F-BCFAF7CD02FE}" type="presParOf" srcId="{70D99B85-504E-406B-93CC-5EC8041443F0}" destId="{180AC4ED-4020-430D-9BEF-06CB32BE7BA9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39FD8E0-4DBE-4C05-8003-AA746FA7A781}" type="doc">
      <dgm:prSet loTypeId="urn:microsoft.com/office/officeart/2009/3/layout/Descending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ED0D478-9832-4BE8-8F29-9C9A09390CBE}">
      <dgm:prSet phldrT="[Texte]"/>
      <dgm:spPr/>
      <dgm:t>
        <a:bodyPr/>
        <a:lstStyle/>
        <a:p>
          <a:r>
            <a:rPr lang="fr-FR" dirty="0"/>
            <a:t> </a:t>
          </a:r>
        </a:p>
      </dgm:t>
    </dgm:pt>
    <dgm:pt modelId="{03214818-32B4-4C40-98D6-AABA06772AEE}" type="parTrans" cxnId="{452A772F-B8DB-43D6-BB7F-F008C44F72B1}">
      <dgm:prSet/>
      <dgm:spPr/>
      <dgm:t>
        <a:bodyPr/>
        <a:lstStyle/>
        <a:p>
          <a:endParaRPr lang="fr-FR"/>
        </a:p>
      </dgm:t>
    </dgm:pt>
    <dgm:pt modelId="{85C72CA4-ED2B-4DC1-BC11-B00851D070FC}" type="sibTrans" cxnId="{452A772F-B8DB-43D6-BB7F-F008C44F72B1}">
      <dgm:prSet/>
      <dgm:spPr/>
      <dgm:t>
        <a:bodyPr/>
        <a:lstStyle/>
        <a:p>
          <a:endParaRPr lang="fr-FR"/>
        </a:p>
      </dgm:t>
    </dgm:pt>
    <dgm:pt modelId="{AA89064A-D6D5-4C5A-9CB8-D5384E9BDC4A}">
      <dgm:prSet phldrT="[Texte]"/>
      <dgm:spPr/>
      <dgm:t>
        <a:bodyPr/>
        <a:lstStyle/>
        <a:p>
          <a:r>
            <a:rPr lang="fr-FR" dirty="0"/>
            <a:t> </a:t>
          </a:r>
        </a:p>
      </dgm:t>
    </dgm:pt>
    <dgm:pt modelId="{A48D01B4-2B44-44C5-8C13-A892B85BEE0F}" type="parTrans" cxnId="{26C5E617-B206-4E1B-9E49-8821D6C4CBAA}">
      <dgm:prSet/>
      <dgm:spPr/>
      <dgm:t>
        <a:bodyPr/>
        <a:lstStyle/>
        <a:p>
          <a:endParaRPr lang="fr-FR"/>
        </a:p>
      </dgm:t>
    </dgm:pt>
    <dgm:pt modelId="{86967B35-D2B3-420F-BA27-E55FF60C37E2}" type="sibTrans" cxnId="{26C5E617-B206-4E1B-9E49-8821D6C4CBAA}">
      <dgm:prSet/>
      <dgm:spPr/>
      <dgm:t>
        <a:bodyPr/>
        <a:lstStyle/>
        <a:p>
          <a:endParaRPr lang="fr-FR"/>
        </a:p>
      </dgm:t>
    </dgm:pt>
    <dgm:pt modelId="{0E2C8AB1-1473-4ED5-B3B1-38BF675342CB}">
      <dgm:prSet phldrT="[Texte]"/>
      <dgm:spPr/>
      <dgm:t>
        <a:bodyPr/>
        <a:lstStyle/>
        <a:p>
          <a:r>
            <a:rPr lang="fr-FR" dirty="0"/>
            <a:t> </a:t>
          </a:r>
        </a:p>
      </dgm:t>
    </dgm:pt>
    <dgm:pt modelId="{3F2E847C-0D6D-4416-8CD1-08ED989CE529}" type="parTrans" cxnId="{4E6253A9-0A9F-4C23-8183-4DE45FEC1336}">
      <dgm:prSet/>
      <dgm:spPr/>
      <dgm:t>
        <a:bodyPr/>
        <a:lstStyle/>
        <a:p>
          <a:endParaRPr lang="fr-FR"/>
        </a:p>
      </dgm:t>
    </dgm:pt>
    <dgm:pt modelId="{9CA72985-CD6B-440F-B755-F5949AAB07EC}" type="sibTrans" cxnId="{4E6253A9-0A9F-4C23-8183-4DE45FEC1336}">
      <dgm:prSet/>
      <dgm:spPr/>
      <dgm:t>
        <a:bodyPr/>
        <a:lstStyle/>
        <a:p>
          <a:endParaRPr lang="fr-FR"/>
        </a:p>
      </dgm:t>
    </dgm:pt>
    <dgm:pt modelId="{01CC7B04-D1A9-40D7-AA3F-D826A6BF811C}">
      <dgm:prSet phldrT="[Texte]"/>
      <dgm:spPr/>
      <dgm:t>
        <a:bodyPr/>
        <a:lstStyle/>
        <a:p>
          <a:r>
            <a:rPr lang="fr-FR" dirty="0"/>
            <a:t> </a:t>
          </a:r>
        </a:p>
      </dgm:t>
    </dgm:pt>
    <dgm:pt modelId="{A2451ABA-37F3-4029-960F-9DC4A4CCCEB9}" type="parTrans" cxnId="{EB9279F3-BA5E-43DC-8B39-1BB3939AE797}">
      <dgm:prSet/>
      <dgm:spPr/>
      <dgm:t>
        <a:bodyPr/>
        <a:lstStyle/>
        <a:p>
          <a:endParaRPr lang="fr-FR"/>
        </a:p>
      </dgm:t>
    </dgm:pt>
    <dgm:pt modelId="{5C94A94F-7A87-4B39-868A-703F58C085F6}" type="sibTrans" cxnId="{EB9279F3-BA5E-43DC-8B39-1BB3939AE797}">
      <dgm:prSet/>
      <dgm:spPr/>
      <dgm:t>
        <a:bodyPr/>
        <a:lstStyle/>
        <a:p>
          <a:endParaRPr lang="fr-FR"/>
        </a:p>
      </dgm:t>
    </dgm:pt>
    <dgm:pt modelId="{7DCD7FA7-4A52-4020-8B8B-28A38858B7DF}">
      <dgm:prSet phldrT="[Texte]"/>
      <dgm:spPr/>
      <dgm:t>
        <a:bodyPr/>
        <a:lstStyle/>
        <a:p>
          <a:r>
            <a:rPr lang="fr-FR" dirty="0"/>
            <a:t>TC- MIP</a:t>
          </a:r>
        </a:p>
      </dgm:t>
    </dgm:pt>
    <dgm:pt modelId="{0FA7BE0B-5836-492B-AD8B-1B9DBA92F906}" type="parTrans" cxnId="{87C6F56E-0C6A-4CC4-ACF8-EBF4FB55BCDD}">
      <dgm:prSet/>
      <dgm:spPr/>
      <dgm:t>
        <a:bodyPr/>
        <a:lstStyle/>
        <a:p>
          <a:endParaRPr lang="fr-FR"/>
        </a:p>
      </dgm:t>
    </dgm:pt>
    <dgm:pt modelId="{DAA28D46-8375-4739-85A2-3ED692DFE7F4}" type="sibTrans" cxnId="{87C6F56E-0C6A-4CC4-ACF8-EBF4FB55BCDD}">
      <dgm:prSet/>
      <dgm:spPr/>
      <dgm:t>
        <a:bodyPr/>
        <a:lstStyle/>
        <a:p>
          <a:endParaRPr lang="fr-FR"/>
        </a:p>
      </dgm:t>
    </dgm:pt>
    <dgm:pt modelId="{3A3B9FEB-DD53-44DB-8EA1-70DBB1C3765A}" type="pres">
      <dgm:prSet presAssocID="{539FD8E0-4DBE-4C05-8003-AA746FA7A781}" presName="Name0" presStyleCnt="0">
        <dgm:presLayoutVars>
          <dgm:chMax val="7"/>
          <dgm:chPref val="5"/>
        </dgm:presLayoutVars>
      </dgm:prSet>
      <dgm:spPr/>
    </dgm:pt>
    <dgm:pt modelId="{E1D347EC-CADF-461B-85AA-F1FBEAE368E3}" type="pres">
      <dgm:prSet presAssocID="{539FD8E0-4DBE-4C05-8003-AA746FA7A781}" presName="arrowNode" presStyleLbl="node1" presStyleIdx="0" presStyleCnt="1"/>
      <dgm:spPr/>
    </dgm:pt>
    <dgm:pt modelId="{02C86611-86A3-4168-B47F-111606FA1567}" type="pres">
      <dgm:prSet presAssocID="{1ED0D478-9832-4BE8-8F29-9C9A09390CBE}" presName="txNode1" presStyleLbl="revTx" presStyleIdx="0" presStyleCnt="5">
        <dgm:presLayoutVars>
          <dgm:bulletEnabled val="1"/>
        </dgm:presLayoutVars>
      </dgm:prSet>
      <dgm:spPr/>
    </dgm:pt>
    <dgm:pt modelId="{5EF9C1A5-7712-4C16-83F6-9FC4B08925F4}" type="pres">
      <dgm:prSet presAssocID="{AA89064A-D6D5-4C5A-9CB8-D5384E9BDC4A}" presName="txNode2" presStyleLbl="revTx" presStyleIdx="1" presStyleCnt="5">
        <dgm:presLayoutVars>
          <dgm:bulletEnabled val="1"/>
        </dgm:presLayoutVars>
      </dgm:prSet>
      <dgm:spPr/>
    </dgm:pt>
    <dgm:pt modelId="{A4B17B59-9CC8-41D4-981A-EF5841437749}" type="pres">
      <dgm:prSet presAssocID="{86967B35-D2B3-420F-BA27-E55FF60C37E2}" presName="dotNode2" presStyleCnt="0"/>
      <dgm:spPr/>
    </dgm:pt>
    <dgm:pt modelId="{37D93D71-A8F0-4FC0-80CB-DE25DE1F345F}" type="pres">
      <dgm:prSet presAssocID="{86967B35-D2B3-420F-BA27-E55FF60C37E2}" presName="dotRepeatNode" presStyleLbl="fgShp" presStyleIdx="0" presStyleCnt="3"/>
      <dgm:spPr/>
    </dgm:pt>
    <dgm:pt modelId="{C9326E15-BE62-45D2-83CD-1E16155F1EF2}" type="pres">
      <dgm:prSet presAssocID="{0E2C8AB1-1473-4ED5-B3B1-38BF675342CB}" presName="txNode3" presStyleLbl="revTx" presStyleIdx="2" presStyleCnt="5">
        <dgm:presLayoutVars>
          <dgm:bulletEnabled val="1"/>
        </dgm:presLayoutVars>
      </dgm:prSet>
      <dgm:spPr/>
    </dgm:pt>
    <dgm:pt modelId="{DC8A0831-9AE5-4868-85FB-C4ED560E91AF}" type="pres">
      <dgm:prSet presAssocID="{9CA72985-CD6B-440F-B755-F5949AAB07EC}" presName="dotNode3" presStyleCnt="0"/>
      <dgm:spPr/>
    </dgm:pt>
    <dgm:pt modelId="{DFB396DA-5C4E-4574-8525-F431716EE722}" type="pres">
      <dgm:prSet presAssocID="{9CA72985-CD6B-440F-B755-F5949AAB07EC}" presName="dotRepeatNode" presStyleLbl="fgShp" presStyleIdx="1" presStyleCnt="3"/>
      <dgm:spPr/>
    </dgm:pt>
    <dgm:pt modelId="{517BD82C-88DE-4B42-B9DF-93F68172ACD3}" type="pres">
      <dgm:prSet presAssocID="{01CC7B04-D1A9-40D7-AA3F-D826A6BF811C}" presName="txNode4" presStyleLbl="revTx" presStyleIdx="3" presStyleCnt="5">
        <dgm:presLayoutVars>
          <dgm:bulletEnabled val="1"/>
        </dgm:presLayoutVars>
      </dgm:prSet>
      <dgm:spPr/>
    </dgm:pt>
    <dgm:pt modelId="{D39E977D-8D0E-4E8D-AB57-7339B494FBAB}" type="pres">
      <dgm:prSet presAssocID="{5C94A94F-7A87-4B39-868A-703F58C085F6}" presName="dotNode4" presStyleCnt="0"/>
      <dgm:spPr/>
    </dgm:pt>
    <dgm:pt modelId="{D03A5358-80E3-4595-A3F7-023D85239EEE}" type="pres">
      <dgm:prSet presAssocID="{5C94A94F-7A87-4B39-868A-703F58C085F6}" presName="dotRepeatNode" presStyleLbl="fgShp" presStyleIdx="2" presStyleCnt="3"/>
      <dgm:spPr/>
    </dgm:pt>
    <dgm:pt modelId="{EB4676AC-DB01-44BB-9C91-A929FF1B281C}" type="pres">
      <dgm:prSet presAssocID="{7DCD7FA7-4A52-4020-8B8B-28A38858B7DF}" presName="txNode5" presStyleLbl="revTx" presStyleIdx="4" presStyleCnt="5">
        <dgm:presLayoutVars>
          <dgm:bulletEnabled val="1"/>
        </dgm:presLayoutVars>
      </dgm:prSet>
      <dgm:spPr/>
    </dgm:pt>
  </dgm:ptLst>
  <dgm:cxnLst>
    <dgm:cxn modelId="{26C5E617-B206-4E1B-9E49-8821D6C4CBAA}" srcId="{539FD8E0-4DBE-4C05-8003-AA746FA7A781}" destId="{AA89064A-D6D5-4C5A-9CB8-D5384E9BDC4A}" srcOrd="1" destOrd="0" parTransId="{A48D01B4-2B44-44C5-8C13-A892B85BEE0F}" sibTransId="{86967B35-D2B3-420F-BA27-E55FF60C37E2}"/>
    <dgm:cxn modelId="{452A772F-B8DB-43D6-BB7F-F008C44F72B1}" srcId="{539FD8E0-4DBE-4C05-8003-AA746FA7A781}" destId="{1ED0D478-9832-4BE8-8F29-9C9A09390CBE}" srcOrd="0" destOrd="0" parTransId="{03214818-32B4-4C40-98D6-AABA06772AEE}" sibTransId="{85C72CA4-ED2B-4DC1-BC11-B00851D070FC}"/>
    <dgm:cxn modelId="{867B5369-6F8E-43CD-885B-25636BC20602}" type="presOf" srcId="{86967B35-D2B3-420F-BA27-E55FF60C37E2}" destId="{37D93D71-A8F0-4FC0-80CB-DE25DE1F345F}" srcOrd="0" destOrd="0" presId="urn:microsoft.com/office/officeart/2009/3/layout/DescendingProcess"/>
    <dgm:cxn modelId="{D416386E-7885-46CB-A47C-3EFBE8E64DDB}" type="presOf" srcId="{01CC7B04-D1A9-40D7-AA3F-D826A6BF811C}" destId="{517BD82C-88DE-4B42-B9DF-93F68172ACD3}" srcOrd="0" destOrd="0" presId="urn:microsoft.com/office/officeart/2009/3/layout/DescendingProcess"/>
    <dgm:cxn modelId="{87C6F56E-0C6A-4CC4-ACF8-EBF4FB55BCDD}" srcId="{539FD8E0-4DBE-4C05-8003-AA746FA7A781}" destId="{7DCD7FA7-4A52-4020-8B8B-28A38858B7DF}" srcOrd="4" destOrd="0" parTransId="{0FA7BE0B-5836-492B-AD8B-1B9DBA92F906}" sibTransId="{DAA28D46-8375-4739-85A2-3ED692DFE7F4}"/>
    <dgm:cxn modelId="{6BB1FB4F-EA79-4D4B-A9E0-B192658654A5}" type="presOf" srcId="{1ED0D478-9832-4BE8-8F29-9C9A09390CBE}" destId="{02C86611-86A3-4168-B47F-111606FA1567}" srcOrd="0" destOrd="0" presId="urn:microsoft.com/office/officeart/2009/3/layout/DescendingProcess"/>
    <dgm:cxn modelId="{30E6F654-71BE-427A-9216-F85DA2E650C8}" type="presOf" srcId="{9CA72985-CD6B-440F-B755-F5949AAB07EC}" destId="{DFB396DA-5C4E-4574-8525-F431716EE722}" srcOrd="0" destOrd="0" presId="urn:microsoft.com/office/officeart/2009/3/layout/DescendingProcess"/>
    <dgm:cxn modelId="{BEE4E57F-82F4-48C3-A222-EF57F0F2D1AD}" type="presOf" srcId="{5C94A94F-7A87-4B39-868A-703F58C085F6}" destId="{D03A5358-80E3-4595-A3F7-023D85239EEE}" srcOrd="0" destOrd="0" presId="urn:microsoft.com/office/officeart/2009/3/layout/DescendingProcess"/>
    <dgm:cxn modelId="{2427DA81-0143-4E10-B08D-1FC5A5B00F71}" type="presOf" srcId="{539FD8E0-4DBE-4C05-8003-AA746FA7A781}" destId="{3A3B9FEB-DD53-44DB-8EA1-70DBB1C3765A}" srcOrd="0" destOrd="0" presId="urn:microsoft.com/office/officeart/2009/3/layout/DescendingProcess"/>
    <dgm:cxn modelId="{4E6253A9-0A9F-4C23-8183-4DE45FEC1336}" srcId="{539FD8E0-4DBE-4C05-8003-AA746FA7A781}" destId="{0E2C8AB1-1473-4ED5-B3B1-38BF675342CB}" srcOrd="2" destOrd="0" parTransId="{3F2E847C-0D6D-4416-8CD1-08ED989CE529}" sibTransId="{9CA72985-CD6B-440F-B755-F5949AAB07EC}"/>
    <dgm:cxn modelId="{E90D2BB1-0764-4A0A-AD41-4531F38FF2AB}" type="presOf" srcId="{7DCD7FA7-4A52-4020-8B8B-28A38858B7DF}" destId="{EB4676AC-DB01-44BB-9C91-A929FF1B281C}" srcOrd="0" destOrd="0" presId="urn:microsoft.com/office/officeart/2009/3/layout/DescendingProcess"/>
    <dgm:cxn modelId="{88C9C2CC-AC23-42ED-BDD6-F2BFB6989479}" type="presOf" srcId="{0E2C8AB1-1473-4ED5-B3B1-38BF675342CB}" destId="{C9326E15-BE62-45D2-83CD-1E16155F1EF2}" srcOrd="0" destOrd="0" presId="urn:microsoft.com/office/officeart/2009/3/layout/DescendingProcess"/>
    <dgm:cxn modelId="{86CCE4D9-EC91-4FD2-8C1C-5016D3B9D850}" type="presOf" srcId="{AA89064A-D6D5-4C5A-9CB8-D5384E9BDC4A}" destId="{5EF9C1A5-7712-4C16-83F6-9FC4B08925F4}" srcOrd="0" destOrd="0" presId="urn:microsoft.com/office/officeart/2009/3/layout/DescendingProcess"/>
    <dgm:cxn modelId="{EB9279F3-BA5E-43DC-8B39-1BB3939AE797}" srcId="{539FD8E0-4DBE-4C05-8003-AA746FA7A781}" destId="{01CC7B04-D1A9-40D7-AA3F-D826A6BF811C}" srcOrd="3" destOrd="0" parTransId="{A2451ABA-37F3-4029-960F-9DC4A4CCCEB9}" sibTransId="{5C94A94F-7A87-4B39-868A-703F58C085F6}"/>
    <dgm:cxn modelId="{2AA9DAFA-D242-4656-A927-44546872F85B}" type="presParOf" srcId="{3A3B9FEB-DD53-44DB-8EA1-70DBB1C3765A}" destId="{E1D347EC-CADF-461B-85AA-F1FBEAE368E3}" srcOrd="0" destOrd="0" presId="urn:microsoft.com/office/officeart/2009/3/layout/DescendingProcess"/>
    <dgm:cxn modelId="{65609D02-9FF4-4110-8DA3-C59BF34FF8E3}" type="presParOf" srcId="{3A3B9FEB-DD53-44DB-8EA1-70DBB1C3765A}" destId="{02C86611-86A3-4168-B47F-111606FA1567}" srcOrd="1" destOrd="0" presId="urn:microsoft.com/office/officeart/2009/3/layout/DescendingProcess"/>
    <dgm:cxn modelId="{C018D954-019C-41E6-BDC5-C9CC33928B1B}" type="presParOf" srcId="{3A3B9FEB-DD53-44DB-8EA1-70DBB1C3765A}" destId="{5EF9C1A5-7712-4C16-83F6-9FC4B08925F4}" srcOrd="2" destOrd="0" presId="urn:microsoft.com/office/officeart/2009/3/layout/DescendingProcess"/>
    <dgm:cxn modelId="{4B2DB1C9-9CCF-474C-86F5-A9DE758DBF6D}" type="presParOf" srcId="{3A3B9FEB-DD53-44DB-8EA1-70DBB1C3765A}" destId="{A4B17B59-9CC8-41D4-981A-EF5841437749}" srcOrd="3" destOrd="0" presId="urn:microsoft.com/office/officeart/2009/3/layout/DescendingProcess"/>
    <dgm:cxn modelId="{FC4CEC11-63A9-4688-8AC8-2B2E62972994}" type="presParOf" srcId="{A4B17B59-9CC8-41D4-981A-EF5841437749}" destId="{37D93D71-A8F0-4FC0-80CB-DE25DE1F345F}" srcOrd="0" destOrd="0" presId="urn:microsoft.com/office/officeart/2009/3/layout/DescendingProcess"/>
    <dgm:cxn modelId="{C7457EE4-708A-4353-96E1-BE7613C75A45}" type="presParOf" srcId="{3A3B9FEB-DD53-44DB-8EA1-70DBB1C3765A}" destId="{C9326E15-BE62-45D2-83CD-1E16155F1EF2}" srcOrd="4" destOrd="0" presId="urn:microsoft.com/office/officeart/2009/3/layout/DescendingProcess"/>
    <dgm:cxn modelId="{694453B6-15A0-419F-B376-E85875DFB062}" type="presParOf" srcId="{3A3B9FEB-DD53-44DB-8EA1-70DBB1C3765A}" destId="{DC8A0831-9AE5-4868-85FB-C4ED560E91AF}" srcOrd="5" destOrd="0" presId="urn:microsoft.com/office/officeart/2009/3/layout/DescendingProcess"/>
    <dgm:cxn modelId="{2B04BB41-5239-4C13-A34B-22388B86DB05}" type="presParOf" srcId="{DC8A0831-9AE5-4868-85FB-C4ED560E91AF}" destId="{DFB396DA-5C4E-4574-8525-F431716EE722}" srcOrd="0" destOrd="0" presId="urn:microsoft.com/office/officeart/2009/3/layout/DescendingProcess"/>
    <dgm:cxn modelId="{97747929-42AC-4E87-86EB-2FC220935240}" type="presParOf" srcId="{3A3B9FEB-DD53-44DB-8EA1-70DBB1C3765A}" destId="{517BD82C-88DE-4B42-B9DF-93F68172ACD3}" srcOrd="6" destOrd="0" presId="urn:microsoft.com/office/officeart/2009/3/layout/DescendingProcess"/>
    <dgm:cxn modelId="{DE391758-C350-426F-97E0-A560FBDC0AD2}" type="presParOf" srcId="{3A3B9FEB-DD53-44DB-8EA1-70DBB1C3765A}" destId="{D39E977D-8D0E-4E8D-AB57-7339B494FBAB}" srcOrd="7" destOrd="0" presId="urn:microsoft.com/office/officeart/2009/3/layout/DescendingProcess"/>
    <dgm:cxn modelId="{43521560-1542-47B2-B93E-280E57910AE1}" type="presParOf" srcId="{D39E977D-8D0E-4E8D-AB57-7339B494FBAB}" destId="{D03A5358-80E3-4595-A3F7-023D85239EEE}" srcOrd="0" destOrd="0" presId="urn:microsoft.com/office/officeart/2009/3/layout/DescendingProcess"/>
    <dgm:cxn modelId="{2C746DC1-10C1-4738-B04C-1912B4FFD92D}" type="presParOf" srcId="{3A3B9FEB-DD53-44DB-8EA1-70DBB1C3765A}" destId="{EB4676AC-DB01-44BB-9C91-A929FF1B281C}" srcOrd="8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ECE4A8-E5AE-4A4E-8833-BC228087A9A0}">
      <dsp:nvSpPr>
        <dsp:cNvPr id="0" name=""/>
        <dsp:cNvSpPr/>
      </dsp:nvSpPr>
      <dsp:spPr>
        <a:xfrm rot="5400000">
          <a:off x="184756" y="1483233"/>
          <a:ext cx="550936" cy="916746"/>
        </a:xfrm>
        <a:prstGeom prst="corner">
          <a:avLst>
            <a:gd name="adj1" fmla="val 16120"/>
            <a:gd name="adj2" fmla="val 1611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70000"/>
                <a:shade val="63000"/>
              </a:schemeClr>
              <a:schemeClr val="accent1">
                <a:hueOff val="0"/>
                <a:satOff val="0"/>
                <a:lumOff val="0"/>
                <a:alphaOff val="0"/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5755DF9-0723-435C-B9DC-9A1EEC9F7B5E}">
      <dsp:nvSpPr>
        <dsp:cNvPr id="0" name=""/>
        <dsp:cNvSpPr/>
      </dsp:nvSpPr>
      <dsp:spPr>
        <a:xfrm>
          <a:off x="92791" y="1757143"/>
          <a:ext cx="827643" cy="725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1 année primaire</a:t>
          </a:r>
        </a:p>
      </dsp:txBody>
      <dsp:txXfrm>
        <a:off x="92791" y="1757143"/>
        <a:ext cx="827643" cy="725478"/>
      </dsp:txXfrm>
    </dsp:sp>
    <dsp:sp modelId="{D2C2CEAA-0484-48E9-B402-049EAE8AD669}">
      <dsp:nvSpPr>
        <dsp:cNvPr id="0" name=""/>
        <dsp:cNvSpPr/>
      </dsp:nvSpPr>
      <dsp:spPr>
        <a:xfrm>
          <a:off x="764275" y="1415741"/>
          <a:ext cx="156159" cy="156159"/>
        </a:xfrm>
        <a:prstGeom prst="triangle">
          <a:avLst>
            <a:gd name="adj" fmla="val 10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70000"/>
                <a:shade val="63000"/>
              </a:schemeClr>
              <a:schemeClr val="accent1">
                <a:hueOff val="0"/>
                <a:satOff val="0"/>
                <a:lumOff val="0"/>
                <a:alphaOff val="0"/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D639BE5-5A65-4C86-8325-81E64DDC007E}">
      <dsp:nvSpPr>
        <dsp:cNvPr id="0" name=""/>
        <dsp:cNvSpPr/>
      </dsp:nvSpPr>
      <dsp:spPr>
        <a:xfrm rot="5400000">
          <a:off x="1197953" y="1232516"/>
          <a:ext cx="550936" cy="916746"/>
        </a:xfrm>
        <a:prstGeom prst="corner">
          <a:avLst>
            <a:gd name="adj1" fmla="val 16120"/>
            <a:gd name="adj2" fmla="val 1611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70000"/>
                <a:shade val="63000"/>
              </a:schemeClr>
              <a:schemeClr val="accent1">
                <a:hueOff val="0"/>
                <a:satOff val="0"/>
                <a:lumOff val="0"/>
                <a:alphaOff val="0"/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E664DE8-FE4A-4A60-AE10-9F391130FEA9}">
      <dsp:nvSpPr>
        <dsp:cNvPr id="0" name=""/>
        <dsp:cNvSpPr/>
      </dsp:nvSpPr>
      <dsp:spPr>
        <a:xfrm>
          <a:off x="1105988" y="1506426"/>
          <a:ext cx="827643" cy="725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2 année primaire</a:t>
          </a:r>
        </a:p>
      </dsp:txBody>
      <dsp:txXfrm>
        <a:off x="1105988" y="1506426"/>
        <a:ext cx="827643" cy="725478"/>
      </dsp:txXfrm>
    </dsp:sp>
    <dsp:sp modelId="{9C8E6B10-C0B7-4998-85F8-2AF035AB591F}">
      <dsp:nvSpPr>
        <dsp:cNvPr id="0" name=""/>
        <dsp:cNvSpPr/>
      </dsp:nvSpPr>
      <dsp:spPr>
        <a:xfrm>
          <a:off x="1777472" y="1165024"/>
          <a:ext cx="156159" cy="156159"/>
        </a:xfrm>
        <a:prstGeom prst="triangle">
          <a:avLst>
            <a:gd name="adj" fmla="val 10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70000"/>
                <a:shade val="63000"/>
              </a:schemeClr>
              <a:schemeClr val="accent1">
                <a:hueOff val="0"/>
                <a:satOff val="0"/>
                <a:lumOff val="0"/>
                <a:alphaOff val="0"/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11D0B21-8D8A-4F9A-8AE7-FF218384C8D9}">
      <dsp:nvSpPr>
        <dsp:cNvPr id="0" name=""/>
        <dsp:cNvSpPr/>
      </dsp:nvSpPr>
      <dsp:spPr>
        <a:xfrm rot="5400000">
          <a:off x="2211150" y="981800"/>
          <a:ext cx="550936" cy="916746"/>
        </a:xfrm>
        <a:prstGeom prst="corner">
          <a:avLst>
            <a:gd name="adj1" fmla="val 16120"/>
            <a:gd name="adj2" fmla="val 1611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70000"/>
                <a:shade val="63000"/>
              </a:schemeClr>
              <a:schemeClr val="accent1">
                <a:hueOff val="0"/>
                <a:satOff val="0"/>
                <a:lumOff val="0"/>
                <a:alphaOff val="0"/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3039263-FE75-4C79-98B7-61879630118C}">
      <dsp:nvSpPr>
        <dsp:cNvPr id="0" name=""/>
        <dsp:cNvSpPr/>
      </dsp:nvSpPr>
      <dsp:spPr>
        <a:xfrm>
          <a:off x="2119185" y="1255709"/>
          <a:ext cx="827643" cy="725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3 année primaire</a:t>
          </a:r>
        </a:p>
      </dsp:txBody>
      <dsp:txXfrm>
        <a:off x="2119185" y="1255709"/>
        <a:ext cx="827643" cy="725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6C0A25-3DEA-4A15-8718-E52637161F77}">
      <dsp:nvSpPr>
        <dsp:cNvPr id="0" name=""/>
        <dsp:cNvSpPr/>
      </dsp:nvSpPr>
      <dsp:spPr>
        <a:xfrm rot="5400000">
          <a:off x="194841" y="2615355"/>
          <a:ext cx="581010" cy="966789"/>
        </a:xfrm>
        <a:prstGeom prst="corner">
          <a:avLst>
            <a:gd name="adj1" fmla="val 16120"/>
            <a:gd name="adj2" fmla="val 1611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70000"/>
                <a:shade val="63000"/>
              </a:schemeClr>
              <a:schemeClr val="accent1">
                <a:hueOff val="0"/>
                <a:satOff val="0"/>
                <a:lumOff val="0"/>
                <a:alphaOff val="0"/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B6ED443-BCEA-4A19-B8A0-4DAB0ED153FC}">
      <dsp:nvSpPr>
        <dsp:cNvPr id="0" name=""/>
        <dsp:cNvSpPr/>
      </dsp:nvSpPr>
      <dsp:spPr>
        <a:xfrm>
          <a:off x="97856" y="2904216"/>
          <a:ext cx="872822" cy="765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4 année primaire</a:t>
          </a:r>
        </a:p>
      </dsp:txBody>
      <dsp:txXfrm>
        <a:off x="97856" y="2904216"/>
        <a:ext cx="872822" cy="765080"/>
      </dsp:txXfrm>
    </dsp:sp>
    <dsp:sp modelId="{9E41BA17-817E-4E62-AD70-7CEF585DDDDD}">
      <dsp:nvSpPr>
        <dsp:cNvPr id="0" name=""/>
        <dsp:cNvSpPr/>
      </dsp:nvSpPr>
      <dsp:spPr>
        <a:xfrm>
          <a:off x="805995" y="2544179"/>
          <a:ext cx="164683" cy="164683"/>
        </a:xfrm>
        <a:prstGeom prst="triangle">
          <a:avLst>
            <a:gd name="adj" fmla="val 10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70000"/>
                <a:shade val="63000"/>
              </a:schemeClr>
              <a:schemeClr val="accent1">
                <a:hueOff val="0"/>
                <a:satOff val="0"/>
                <a:lumOff val="0"/>
                <a:alphaOff val="0"/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0C48A9F-9397-4886-9A57-7F11A414862A}">
      <dsp:nvSpPr>
        <dsp:cNvPr id="0" name=""/>
        <dsp:cNvSpPr/>
      </dsp:nvSpPr>
      <dsp:spPr>
        <a:xfrm rot="5400000">
          <a:off x="1263347" y="2350952"/>
          <a:ext cx="581010" cy="966789"/>
        </a:xfrm>
        <a:prstGeom prst="corner">
          <a:avLst>
            <a:gd name="adj1" fmla="val 16120"/>
            <a:gd name="adj2" fmla="val 1611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70000"/>
                <a:shade val="63000"/>
              </a:schemeClr>
              <a:schemeClr val="accent1">
                <a:hueOff val="0"/>
                <a:satOff val="0"/>
                <a:lumOff val="0"/>
                <a:alphaOff val="0"/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F17BAF1-10A6-47CE-8F9E-140924869FE6}">
      <dsp:nvSpPr>
        <dsp:cNvPr id="0" name=""/>
        <dsp:cNvSpPr/>
      </dsp:nvSpPr>
      <dsp:spPr>
        <a:xfrm>
          <a:off x="1166362" y="2639814"/>
          <a:ext cx="872822" cy="765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5 année primaire</a:t>
          </a:r>
        </a:p>
      </dsp:txBody>
      <dsp:txXfrm>
        <a:off x="1166362" y="2639814"/>
        <a:ext cx="872822" cy="765080"/>
      </dsp:txXfrm>
    </dsp:sp>
    <dsp:sp modelId="{5DBCD579-0BBD-46AE-95A3-E42E8BE892C0}">
      <dsp:nvSpPr>
        <dsp:cNvPr id="0" name=""/>
        <dsp:cNvSpPr/>
      </dsp:nvSpPr>
      <dsp:spPr>
        <a:xfrm>
          <a:off x="1874501" y="2279776"/>
          <a:ext cx="164683" cy="164683"/>
        </a:xfrm>
        <a:prstGeom prst="triangle">
          <a:avLst>
            <a:gd name="adj" fmla="val 10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70000"/>
                <a:shade val="63000"/>
              </a:schemeClr>
              <a:schemeClr val="accent1">
                <a:hueOff val="0"/>
                <a:satOff val="0"/>
                <a:lumOff val="0"/>
                <a:alphaOff val="0"/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DC2533B-1DD7-4EB7-8971-0AAFC8B7AE9F}">
      <dsp:nvSpPr>
        <dsp:cNvPr id="0" name=""/>
        <dsp:cNvSpPr/>
      </dsp:nvSpPr>
      <dsp:spPr>
        <a:xfrm rot="5400000">
          <a:off x="2331852" y="2086549"/>
          <a:ext cx="581010" cy="966789"/>
        </a:xfrm>
        <a:prstGeom prst="corner">
          <a:avLst>
            <a:gd name="adj1" fmla="val 16120"/>
            <a:gd name="adj2" fmla="val 1611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70000"/>
                <a:shade val="63000"/>
              </a:schemeClr>
              <a:schemeClr val="accent1">
                <a:hueOff val="0"/>
                <a:satOff val="0"/>
                <a:lumOff val="0"/>
                <a:alphaOff val="0"/>
                <a:tint val="10000"/>
                <a:satMod val="15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A2F3AAB-A370-487D-8865-7737E7B581AA}">
      <dsp:nvSpPr>
        <dsp:cNvPr id="0" name=""/>
        <dsp:cNvSpPr/>
      </dsp:nvSpPr>
      <dsp:spPr>
        <a:xfrm>
          <a:off x="2234867" y="2375411"/>
          <a:ext cx="872822" cy="765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6 année primaire</a:t>
          </a:r>
        </a:p>
      </dsp:txBody>
      <dsp:txXfrm>
        <a:off x="2234867" y="2375411"/>
        <a:ext cx="872822" cy="7650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F442AC-ACB1-4545-9846-D58EB04B66C9}">
      <dsp:nvSpPr>
        <dsp:cNvPr id="0" name=""/>
        <dsp:cNvSpPr/>
      </dsp:nvSpPr>
      <dsp:spPr>
        <a:xfrm rot="5400000">
          <a:off x="254722" y="589533"/>
          <a:ext cx="766848" cy="1276018"/>
        </a:xfrm>
        <a:prstGeom prst="corner">
          <a:avLst>
            <a:gd name="adj1" fmla="val 16120"/>
            <a:gd name="adj2" fmla="val 1611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D671BC-A765-43EC-B0E0-E547BEEF495E}">
      <dsp:nvSpPr>
        <dsp:cNvPr id="0" name=""/>
        <dsp:cNvSpPr/>
      </dsp:nvSpPr>
      <dsp:spPr>
        <a:xfrm>
          <a:off x="126715" y="970787"/>
          <a:ext cx="1151996" cy="1009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1 année </a:t>
          </a:r>
          <a:r>
            <a:rPr lang="fr-FR" sz="2100" kern="1200" dirty="0" err="1"/>
            <a:t>collége</a:t>
          </a:r>
          <a:endParaRPr lang="fr-FR" sz="2100" kern="1200" dirty="0"/>
        </a:p>
      </dsp:txBody>
      <dsp:txXfrm>
        <a:off x="126715" y="970787"/>
        <a:ext cx="1151996" cy="1009792"/>
      </dsp:txXfrm>
    </dsp:sp>
    <dsp:sp modelId="{8973824F-BD01-4664-B4D3-C68FF3BBB465}">
      <dsp:nvSpPr>
        <dsp:cNvPr id="0" name=""/>
        <dsp:cNvSpPr/>
      </dsp:nvSpPr>
      <dsp:spPr>
        <a:xfrm>
          <a:off x="1061354" y="495591"/>
          <a:ext cx="217357" cy="217357"/>
        </a:xfrm>
        <a:prstGeom prst="triangle">
          <a:avLst>
            <a:gd name="adj" fmla="val 10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9819A1-46E4-4596-B509-FEA12B41A4F0}">
      <dsp:nvSpPr>
        <dsp:cNvPr id="0" name=""/>
        <dsp:cNvSpPr/>
      </dsp:nvSpPr>
      <dsp:spPr>
        <a:xfrm rot="5400000">
          <a:off x="1664991" y="240560"/>
          <a:ext cx="766848" cy="1276018"/>
        </a:xfrm>
        <a:prstGeom prst="corner">
          <a:avLst>
            <a:gd name="adj1" fmla="val 16120"/>
            <a:gd name="adj2" fmla="val 1611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426F11-9C6E-4D16-A21C-3753B3A50391}">
      <dsp:nvSpPr>
        <dsp:cNvPr id="0" name=""/>
        <dsp:cNvSpPr/>
      </dsp:nvSpPr>
      <dsp:spPr>
        <a:xfrm>
          <a:off x="1536985" y="621815"/>
          <a:ext cx="1151996" cy="1009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2 année </a:t>
          </a:r>
          <a:r>
            <a:rPr lang="fr-FR" sz="2100" kern="1200" dirty="0" err="1"/>
            <a:t>collége</a:t>
          </a:r>
          <a:endParaRPr lang="fr-FR" sz="2100" kern="1200" dirty="0"/>
        </a:p>
      </dsp:txBody>
      <dsp:txXfrm>
        <a:off x="1536985" y="621815"/>
        <a:ext cx="1151996" cy="1009792"/>
      </dsp:txXfrm>
    </dsp:sp>
    <dsp:sp modelId="{F411AFE8-FD97-4ECC-A52E-B5C34880A8E9}">
      <dsp:nvSpPr>
        <dsp:cNvPr id="0" name=""/>
        <dsp:cNvSpPr/>
      </dsp:nvSpPr>
      <dsp:spPr>
        <a:xfrm>
          <a:off x="2471624" y="146618"/>
          <a:ext cx="217357" cy="217357"/>
        </a:xfrm>
        <a:prstGeom prst="triangle">
          <a:avLst>
            <a:gd name="adj" fmla="val 10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01CB91-34A4-444B-ACD3-00B249179762}">
      <dsp:nvSpPr>
        <dsp:cNvPr id="0" name=""/>
        <dsp:cNvSpPr/>
      </dsp:nvSpPr>
      <dsp:spPr>
        <a:xfrm rot="5400000">
          <a:off x="3075260" y="-108411"/>
          <a:ext cx="766848" cy="1276018"/>
        </a:xfrm>
        <a:prstGeom prst="corner">
          <a:avLst>
            <a:gd name="adj1" fmla="val 16120"/>
            <a:gd name="adj2" fmla="val 1611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2D524D-0C8D-405B-A2DC-4635F8F91DA7}">
      <dsp:nvSpPr>
        <dsp:cNvPr id="0" name=""/>
        <dsp:cNvSpPr/>
      </dsp:nvSpPr>
      <dsp:spPr>
        <a:xfrm>
          <a:off x="2947254" y="272842"/>
          <a:ext cx="1151996" cy="1009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3 année </a:t>
          </a:r>
          <a:r>
            <a:rPr lang="fr-FR" sz="2100" kern="1200" dirty="0" err="1"/>
            <a:t>collége</a:t>
          </a:r>
          <a:endParaRPr lang="fr-FR" sz="2100" kern="1200" dirty="0"/>
        </a:p>
      </dsp:txBody>
      <dsp:txXfrm>
        <a:off x="2947254" y="272842"/>
        <a:ext cx="1151996" cy="10097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8C8BEC-E81B-4758-ADCE-4CEBB92BE0ED}">
      <dsp:nvSpPr>
        <dsp:cNvPr id="0" name=""/>
        <dsp:cNvSpPr/>
      </dsp:nvSpPr>
      <dsp:spPr>
        <a:xfrm rot="5400000">
          <a:off x="251315" y="780634"/>
          <a:ext cx="748552" cy="1245573"/>
        </a:xfrm>
        <a:prstGeom prst="corner">
          <a:avLst>
            <a:gd name="adj1" fmla="val 16120"/>
            <a:gd name="adj2" fmla="val 1611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2A90407-52F5-4681-85DB-1E5160B5C7F9}">
      <dsp:nvSpPr>
        <dsp:cNvPr id="0" name=""/>
        <dsp:cNvSpPr/>
      </dsp:nvSpPr>
      <dsp:spPr>
        <a:xfrm>
          <a:off x="126363" y="1152792"/>
          <a:ext cx="1124510" cy="985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0" kern="1200" dirty="0"/>
            <a:t>1 année lycée (TCSF)</a:t>
          </a:r>
        </a:p>
      </dsp:txBody>
      <dsp:txXfrm>
        <a:off x="126363" y="1152792"/>
        <a:ext cx="1124510" cy="985699"/>
      </dsp:txXfrm>
    </dsp:sp>
    <dsp:sp modelId="{9D83940C-C760-4B0D-9D8B-4C07754E33C5}">
      <dsp:nvSpPr>
        <dsp:cNvPr id="0" name=""/>
        <dsp:cNvSpPr/>
      </dsp:nvSpPr>
      <dsp:spPr>
        <a:xfrm>
          <a:off x="1038702" y="688933"/>
          <a:ext cx="212171" cy="212171"/>
        </a:xfrm>
        <a:prstGeom prst="triangle">
          <a:avLst>
            <a:gd name="adj" fmla="val 10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3A610AB-26BC-47E9-907C-CE593A025B9D}">
      <dsp:nvSpPr>
        <dsp:cNvPr id="0" name=""/>
        <dsp:cNvSpPr/>
      </dsp:nvSpPr>
      <dsp:spPr>
        <a:xfrm rot="5400000">
          <a:off x="1627936" y="439988"/>
          <a:ext cx="748552" cy="1245573"/>
        </a:xfrm>
        <a:prstGeom prst="corner">
          <a:avLst>
            <a:gd name="adj1" fmla="val 16120"/>
            <a:gd name="adj2" fmla="val 1611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7CCF949-976D-404A-A305-3498D6D271FA}">
      <dsp:nvSpPr>
        <dsp:cNvPr id="0" name=""/>
        <dsp:cNvSpPr/>
      </dsp:nvSpPr>
      <dsp:spPr>
        <a:xfrm>
          <a:off x="1502984" y="812146"/>
          <a:ext cx="1124510" cy="985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0" kern="1200" dirty="0"/>
            <a:t>2 année lycée (SM)</a:t>
          </a:r>
        </a:p>
      </dsp:txBody>
      <dsp:txXfrm>
        <a:off x="1502984" y="812146"/>
        <a:ext cx="1124510" cy="985699"/>
      </dsp:txXfrm>
    </dsp:sp>
    <dsp:sp modelId="{CCCCDB28-D589-4813-8146-BCF1423145C5}">
      <dsp:nvSpPr>
        <dsp:cNvPr id="0" name=""/>
        <dsp:cNvSpPr/>
      </dsp:nvSpPr>
      <dsp:spPr>
        <a:xfrm>
          <a:off x="2415323" y="348287"/>
          <a:ext cx="212171" cy="212171"/>
        </a:xfrm>
        <a:prstGeom prst="triangle">
          <a:avLst>
            <a:gd name="adj" fmla="val 10000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7FC0DCB-C96A-47A1-A6AC-AB62A92D8AD3}">
      <dsp:nvSpPr>
        <dsp:cNvPr id="0" name=""/>
        <dsp:cNvSpPr/>
      </dsp:nvSpPr>
      <dsp:spPr>
        <a:xfrm rot="5400000">
          <a:off x="3004557" y="99341"/>
          <a:ext cx="748552" cy="1245573"/>
        </a:xfrm>
        <a:prstGeom prst="corner">
          <a:avLst>
            <a:gd name="adj1" fmla="val 16120"/>
            <a:gd name="adj2" fmla="val 16110"/>
          </a:avLst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80AC4ED-4020-430D-9BEF-06CB32BE7BA9}">
      <dsp:nvSpPr>
        <dsp:cNvPr id="0" name=""/>
        <dsp:cNvSpPr/>
      </dsp:nvSpPr>
      <dsp:spPr>
        <a:xfrm>
          <a:off x="2879605" y="471500"/>
          <a:ext cx="1124510" cy="985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0" kern="1200" dirty="0"/>
            <a:t>3 année lycée (SM)</a:t>
          </a:r>
        </a:p>
      </dsp:txBody>
      <dsp:txXfrm>
        <a:off x="2879605" y="471500"/>
        <a:ext cx="1124510" cy="9856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D347EC-CADF-461B-85AA-F1FBEAE368E3}">
      <dsp:nvSpPr>
        <dsp:cNvPr id="0" name=""/>
        <dsp:cNvSpPr/>
      </dsp:nvSpPr>
      <dsp:spPr>
        <a:xfrm rot="4396374">
          <a:off x="220531" y="799876"/>
          <a:ext cx="3289691" cy="2294149"/>
        </a:xfrm>
        <a:prstGeom prst="swooshArrow">
          <a:avLst>
            <a:gd name="adj1" fmla="val 16310"/>
            <a:gd name="adj2" fmla="val 313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D93D71-A8F0-4FC0-80CB-DE25DE1F345F}">
      <dsp:nvSpPr>
        <dsp:cNvPr id="0" name=""/>
        <dsp:cNvSpPr/>
      </dsp:nvSpPr>
      <dsp:spPr>
        <a:xfrm>
          <a:off x="1452859" y="1099434"/>
          <a:ext cx="83075" cy="83075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B396DA-5C4E-4574-8525-F431716EE722}">
      <dsp:nvSpPr>
        <dsp:cNvPr id="0" name=""/>
        <dsp:cNvSpPr/>
      </dsp:nvSpPr>
      <dsp:spPr>
        <a:xfrm>
          <a:off x="2021695" y="1558251"/>
          <a:ext cx="83075" cy="83075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3A5358-80E3-4595-A3F7-023D85239EEE}">
      <dsp:nvSpPr>
        <dsp:cNvPr id="0" name=""/>
        <dsp:cNvSpPr/>
      </dsp:nvSpPr>
      <dsp:spPr>
        <a:xfrm>
          <a:off x="2448006" y="2094809"/>
          <a:ext cx="83075" cy="83075"/>
        </a:xfrm>
        <a:prstGeom prst="ellips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C86611-86A3-4168-B47F-111606FA1567}">
      <dsp:nvSpPr>
        <dsp:cNvPr id="0" name=""/>
        <dsp:cNvSpPr/>
      </dsp:nvSpPr>
      <dsp:spPr>
        <a:xfrm>
          <a:off x="0" y="41561"/>
          <a:ext cx="1550987" cy="60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b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kern="1200" dirty="0"/>
            <a:t> </a:t>
          </a:r>
        </a:p>
      </dsp:txBody>
      <dsp:txXfrm>
        <a:off x="0" y="41561"/>
        <a:ext cx="1550987" cy="609724"/>
      </dsp:txXfrm>
    </dsp:sp>
    <dsp:sp modelId="{5EF9C1A5-7712-4C16-83F6-9FC4B08925F4}">
      <dsp:nvSpPr>
        <dsp:cNvPr id="0" name=""/>
        <dsp:cNvSpPr/>
      </dsp:nvSpPr>
      <dsp:spPr>
        <a:xfrm>
          <a:off x="1928254" y="836109"/>
          <a:ext cx="2263603" cy="60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kern="1200" dirty="0"/>
            <a:t> </a:t>
          </a:r>
        </a:p>
      </dsp:txBody>
      <dsp:txXfrm>
        <a:off x="1928254" y="836109"/>
        <a:ext cx="2263603" cy="609724"/>
      </dsp:txXfrm>
    </dsp:sp>
    <dsp:sp modelId="{C9326E15-BE62-45D2-83CD-1E16155F1EF2}">
      <dsp:nvSpPr>
        <dsp:cNvPr id="0" name=""/>
        <dsp:cNvSpPr/>
      </dsp:nvSpPr>
      <dsp:spPr>
        <a:xfrm>
          <a:off x="0" y="1294927"/>
          <a:ext cx="1802498" cy="60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kern="1200" dirty="0"/>
            <a:t> </a:t>
          </a:r>
        </a:p>
      </dsp:txBody>
      <dsp:txXfrm>
        <a:off x="0" y="1294927"/>
        <a:ext cx="1802498" cy="609724"/>
      </dsp:txXfrm>
    </dsp:sp>
    <dsp:sp modelId="{517BD82C-88DE-4B42-B9DF-93F68172ACD3}">
      <dsp:nvSpPr>
        <dsp:cNvPr id="0" name=""/>
        <dsp:cNvSpPr/>
      </dsp:nvSpPr>
      <dsp:spPr>
        <a:xfrm>
          <a:off x="2808544" y="1831484"/>
          <a:ext cx="1383313" cy="60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kern="1200" dirty="0"/>
            <a:t> </a:t>
          </a:r>
        </a:p>
      </dsp:txBody>
      <dsp:txXfrm>
        <a:off x="2808544" y="1831484"/>
        <a:ext cx="1383313" cy="609724"/>
      </dsp:txXfrm>
    </dsp:sp>
    <dsp:sp modelId="{EB4676AC-DB01-44BB-9C91-A929FF1B281C}">
      <dsp:nvSpPr>
        <dsp:cNvPr id="0" name=""/>
        <dsp:cNvSpPr/>
      </dsp:nvSpPr>
      <dsp:spPr>
        <a:xfrm>
          <a:off x="2095929" y="3242616"/>
          <a:ext cx="2095929" cy="609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t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kern="1200" dirty="0"/>
            <a:t>TC- MIP</a:t>
          </a:r>
        </a:p>
      </dsp:txBody>
      <dsp:txXfrm>
        <a:off x="2095929" y="3242616"/>
        <a:ext cx="2095929" cy="6097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CEFE7-6E76-4BBE-878F-6E2B61490836}" type="datetimeFigureOut">
              <a:rPr lang="fr-FR" smtClean="0"/>
              <a:t>07/06/2024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91BEAF-ACE6-43D6-8A41-449937D180D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820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1BEAF-ACE6-43D6-8A41-449937D180D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1381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42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917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6/7/2024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081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942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707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50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66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217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6/7/2024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136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42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89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ca.ma/fssm/fr" TargetMode="External"/><Relationship Id="rId2" Type="http://schemas.openxmlformats.org/officeDocument/2006/relationships/hyperlink" Target="https://www.uca.ma/fr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2.wmv"/><Relationship Id="rId7" Type="http://schemas.openxmlformats.org/officeDocument/2006/relationships/image" Target="../media/image8.png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5.xml"/><Relationship Id="rId4" Type="http://schemas.openxmlformats.org/officeDocument/2006/relationships/video" Target="../media/media2.wm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26" Type="http://schemas.microsoft.com/office/2007/relationships/diagramDrawing" Target="../diagrams/drawing5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5" Type="http://schemas.openxmlformats.org/officeDocument/2006/relationships/diagramColors" Target="../diagrams/colors5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24" Type="http://schemas.openxmlformats.org/officeDocument/2006/relationships/diagramQuickStyle" Target="../diagrams/quickStyle5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23" Type="http://schemas.openxmlformats.org/officeDocument/2006/relationships/diagramLayout" Target="../diagrams/layout5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9690E5-2E61-BFFC-25EA-BED1C2C8A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9348" y="802298"/>
            <a:ext cx="9205504" cy="2896399"/>
          </a:xfrm>
        </p:spPr>
        <p:txBody>
          <a:bodyPr>
            <a:normAutofit/>
          </a:bodyPr>
          <a:lstStyle/>
          <a:p>
            <a:pPr algn="ctr"/>
            <a:r>
              <a:rPr lang="fr-FR" b="1" dirty="0">
                <a:solidFill>
                  <a:srgbClr val="00206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TP6 – Présenter avec PowerPoint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874D3AB-DC29-7F5D-DEBE-38EFCF2F2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580" y="5476126"/>
            <a:ext cx="9452224" cy="1288036"/>
          </a:xfrm>
        </p:spPr>
        <p:txBody>
          <a:bodyPr>
            <a:normAutofit/>
          </a:bodyPr>
          <a:lstStyle/>
          <a:p>
            <a:r>
              <a:rPr lang="fr-FR" b="1" dirty="0"/>
              <a:t>Présenter par </a:t>
            </a:r>
            <a:r>
              <a:rPr lang="fr-FR" dirty="0"/>
              <a:t>: Zouhair Ajarif</a:t>
            </a:r>
            <a:endParaRPr lang="fr-FR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r>
              <a:rPr lang="fr-FR" b="1" dirty="0"/>
              <a:t>filière</a:t>
            </a:r>
            <a:r>
              <a:rPr lang="fr-FR" dirty="0"/>
              <a:t> :  </a:t>
            </a: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MIP</a:t>
            </a:r>
            <a:endParaRPr lang="fr-F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AEDAB82-C614-6FAD-FC8D-8DBF2608E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357" y="93838"/>
            <a:ext cx="3433981" cy="138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2923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120F67-654A-7BA0-5E47-84F6F64F8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5400" b="1" dirty="0">
                <a:solidFill>
                  <a:srgbClr val="002060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Plan de la 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94E397-685C-0146-38D7-533846CBB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508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○ Ajout d'un texte </a:t>
            </a:r>
          </a:p>
          <a:p>
            <a:pPr>
              <a:lnSpc>
                <a:spcPct val="150000"/>
              </a:lnSpc>
            </a:pPr>
            <a:r>
              <a:rPr lang="fr-FR" dirty="0"/>
              <a:t>○ Ajout d’images </a:t>
            </a:r>
          </a:p>
          <a:p>
            <a:pPr>
              <a:lnSpc>
                <a:spcPct val="150000"/>
              </a:lnSpc>
            </a:pPr>
            <a:r>
              <a:rPr lang="fr-FR" dirty="0"/>
              <a:t>○ Ajout d'une vidéo </a:t>
            </a:r>
          </a:p>
          <a:p>
            <a:pPr>
              <a:lnSpc>
                <a:spcPct val="150000"/>
              </a:lnSpc>
            </a:pPr>
            <a:r>
              <a:rPr lang="fr-FR" dirty="0"/>
              <a:t>○ Ajout d’un tableau</a:t>
            </a:r>
          </a:p>
          <a:p>
            <a:pPr>
              <a:lnSpc>
                <a:spcPct val="150000"/>
              </a:lnSpc>
            </a:pPr>
            <a:r>
              <a:rPr lang="fr-FR" dirty="0"/>
              <a:t> ○ Ajout d’un SmartArt </a:t>
            </a:r>
          </a:p>
          <a:p>
            <a:pPr>
              <a:lnSpc>
                <a:spcPct val="150000"/>
              </a:lnSpc>
            </a:pPr>
            <a:r>
              <a:rPr lang="fr-FR" dirty="0"/>
              <a:t>○ Ajout d'un graphique </a:t>
            </a:r>
          </a:p>
        </p:txBody>
      </p:sp>
    </p:spTree>
    <p:extLst>
      <p:ext uri="{BB962C8B-B14F-4D97-AF65-F5344CB8AC3E}">
        <p14:creationId xmlns:p14="http://schemas.microsoft.com/office/powerpoint/2010/main" val="428226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197C390-86A0-C1E0-5D15-D8211D72BFB2}"/>
              </a:ext>
            </a:extLst>
          </p:cNvPr>
          <p:cNvSpPr txBox="1"/>
          <p:nvPr/>
        </p:nvSpPr>
        <p:spPr>
          <a:xfrm>
            <a:off x="1849348" y="667821"/>
            <a:ext cx="9061807" cy="469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L’université Cadi </a:t>
            </a:r>
            <a:r>
              <a:rPr lang="fr-FR" sz="2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Ayyad</a:t>
            </a:r>
            <a:endParaRPr lang="fr-FR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Créée en 1978, l'</a:t>
            </a:r>
            <a:r>
              <a:rPr lang="fr-FR" sz="18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UCA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s'est appliquée efficacement depuis trente ans à faire face aux défis conjoints de la croissance massive de ses effectifs étudiants et des transformations de la demande sociale de formation et de recherche.</a:t>
            </a: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L'UCA compte, actuellement, 15 établissements implantés sur 4 Villes Universitaires : </a:t>
            </a:r>
          </a:p>
          <a:p>
            <a:pPr marL="800100" lvl="1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fr-FR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Marrakech (</a:t>
            </a:r>
            <a:r>
              <a:rPr lang="fr-FR" dirty="0">
                <a:effectLst/>
                <a:latin typeface="Noto Sans Symbols"/>
                <a:ea typeface="Noto Sans Symbols"/>
                <a:cs typeface="Noto Sans Symbols"/>
              </a:rPr>
              <a:t>FSSM</a:t>
            </a:r>
            <a:r>
              <a:rPr lang="fr-FR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, FST, ENSAM, FMP, FSHLM, FSJSE</a:t>
            </a:r>
            <a:r>
              <a:rPr lang="fr-FR" dirty="0">
                <a:effectLst/>
                <a:latin typeface="Noto Sans Symbols"/>
                <a:ea typeface="Noto Sans Symbols"/>
                <a:cs typeface="Noto Sans Symbols"/>
              </a:rPr>
              <a:t>, ENCG</a:t>
            </a:r>
            <a:r>
              <a:rPr lang="fr-FR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, FLAM, ENS)</a:t>
            </a:r>
            <a:endParaRPr lang="fr-FR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800100" lvl="1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fr-FR" dirty="0" err="1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Kalaa</a:t>
            </a:r>
            <a:r>
              <a:rPr lang="fr-FR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 des </a:t>
            </a:r>
            <a:r>
              <a:rPr lang="fr-FR" dirty="0" err="1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Sraghna</a:t>
            </a:r>
            <a:r>
              <a:rPr lang="fr-FR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 (FSJESK, ESTK)</a:t>
            </a:r>
            <a:endParaRPr lang="fr-FR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800100" lvl="1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fr-FR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Essaouira (ESTE)</a:t>
            </a:r>
            <a:endParaRPr lang="fr-FR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800100" lvl="1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fr-FR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Safi (ENSA, ESTS, </a:t>
            </a:r>
            <a:r>
              <a:rPr lang="fr-FR" dirty="0">
                <a:effectLst/>
                <a:latin typeface="Noto Sans Symbols"/>
                <a:ea typeface="Noto Sans Symbols"/>
                <a:cs typeface="Noto Sans Symbols"/>
              </a:rPr>
              <a:t>FP</a:t>
            </a:r>
            <a:r>
              <a:rPr lang="fr-FR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S)</a:t>
            </a:r>
            <a:endParaRPr lang="fr-FR" dirty="0">
              <a:effectLst/>
              <a:latin typeface="Noto Sans Symbols"/>
              <a:ea typeface="Noto Sans Symbols"/>
              <a:cs typeface="Noto Sans Symbol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2F3D2C-D60A-1968-79C8-CED91DEA1E4C}"/>
              </a:ext>
            </a:extLst>
          </p:cNvPr>
          <p:cNvSpPr txBox="1"/>
          <p:nvPr/>
        </p:nvSpPr>
        <p:spPr>
          <a:xfrm>
            <a:off x="7291228" y="5165929"/>
            <a:ext cx="6102848" cy="774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UCA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: 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https://www.uca.ma/fr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FSSM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: </a:t>
            </a:r>
            <a:r>
              <a:rPr lang="en-US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https://www.uca.ma/fssm/fr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34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La Faculté des sciences Semlalia de Marrakech lance la filière d'excellence «Analyse, Métrologie &amp; Qualité»">
            <a:extLst>
              <a:ext uri="{FF2B5EF4-FFF2-40B4-BE49-F238E27FC236}">
                <a16:creationId xmlns:a16="http://schemas.microsoft.com/office/drawing/2014/main" id="{FEE5F367-1B0A-13B6-F930-176537F12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64" y="1169327"/>
            <a:ext cx="6647380" cy="42862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246913D-D8A3-31E5-E84C-1D276880EA8F}"/>
              </a:ext>
            </a:extLst>
          </p:cNvPr>
          <p:cNvSpPr txBox="1"/>
          <p:nvPr/>
        </p:nvSpPr>
        <p:spPr>
          <a:xfrm>
            <a:off x="308225" y="750110"/>
            <a:ext cx="6308331" cy="419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b="1" kern="1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Faculté</a:t>
            </a:r>
            <a:r>
              <a:rPr lang="en-US" sz="2000" b="1" kern="1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des sciences </a:t>
            </a:r>
            <a:r>
              <a:rPr lang="en-US" sz="2000" b="1" kern="1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semlalia</a:t>
            </a:r>
            <a:r>
              <a:rPr lang="en-US" sz="2000" b="1" kern="1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: </a:t>
            </a:r>
            <a:endParaRPr lang="fr-FR" sz="2000" b="1" kern="1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3E65B88-F16D-1BBE-D43B-1F3601EC2DAA}"/>
              </a:ext>
            </a:extLst>
          </p:cNvPr>
          <p:cNvSpPr txBox="1"/>
          <p:nvPr/>
        </p:nvSpPr>
        <p:spPr>
          <a:xfrm>
            <a:off x="6780944" y="1169328"/>
            <a:ext cx="5188449" cy="418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fr-FR" kern="100" dirty="0">
                <a:solidFill>
                  <a:srgbClr val="7F7F7F"/>
                </a:solidFill>
                <a:effectLst/>
                <a:highlight>
                  <a:srgbClr val="FFFFFF"/>
                </a:highlight>
                <a:latin typeface="NSimSun" panose="02010609030101010101" pitchFamily="49" charset="-122"/>
                <a:ea typeface="NSimSun" panose="02010609030101010101" pitchFamily="49" charset="-122"/>
                <a:cs typeface="Arial" panose="020B0604020202020204" pitchFamily="34" charset="0"/>
              </a:rPr>
              <a:t>La recherche scientifique menée au sein de la Faculté des Sciences </a:t>
            </a:r>
            <a:r>
              <a:rPr lang="fr-FR" kern="100" dirty="0" err="1">
                <a:solidFill>
                  <a:srgbClr val="7F7F7F"/>
                </a:solidFill>
                <a:effectLst/>
                <a:highlight>
                  <a:srgbClr val="FFFFFF"/>
                </a:highlight>
                <a:latin typeface="NSimSun" panose="02010609030101010101" pitchFamily="49" charset="-122"/>
                <a:ea typeface="NSimSun" panose="02010609030101010101" pitchFamily="49" charset="-122"/>
                <a:cs typeface="Arial" panose="020B0604020202020204" pitchFamily="34" charset="0"/>
              </a:rPr>
              <a:t>Semlalia</a:t>
            </a:r>
            <a:r>
              <a:rPr lang="fr-FR" kern="100" dirty="0">
                <a:solidFill>
                  <a:srgbClr val="7F7F7F"/>
                </a:solidFill>
                <a:effectLst/>
                <a:highlight>
                  <a:srgbClr val="FFFFFF"/>
                </a:highlight>
                <a:latin typeface="NSimSun" panose="02010609030101010101" pitchFamily="49" charset="-122"/>
                <a:ea typeface="NSimSun" panose="02010609030101010101" pitchFamily="49" charset="-122"/>
                <a:cs typeface="Arial" panose="020B0604020202020204" pitchFamily="34" charset="0"/>
              </a:rPr>
              <a:t> de Marrakech (FSSM) allie les sciences exactes aux sciences expérimentales, la recherche fondamentale à la recherche appliquée ainsi qu'une très grande richesse disciplinaire intégrant la chimie, la biologie, la géologie, l’informatique, les mathématiques, la physique et les compétences transversales.</a:t>
            </a:r>
            <a:endParaRPr lang="fr-FR" sz="2400" kern="100" dirty="0">
              <a:effectLst/>
              <a:latin typeface="NSimSun" panose="02010609030101010101" pitchFamily="49" charset="-122"/>
              <a:ea typeface="NSimSun" panose="0201060903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28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E2D371-3F8C-2AE3-F76A-7AD3EAB97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fleur_0001">
            <a:hlinkClick r:id="" action="ppaction://media"/>
            <a:extLst>
              <a:ext uri="{FF2B5EF4-FFF2-40B4-BE49-F238E27FC236}">
                <a16:creationId xmlns:a16="http://schemas.microsoft.com/office/drawing/2014/main" id="{97B46ADE-5936-E3EA-0B59-C9AB9F5C4DAC}"/>
              </a:ext>
            </a:extLst>
          </p:cNvPr>
          <p:cNvPicPr>
            <a:picLocks noGrp="1" noChangeAspect="1"/>
          </p:cNvPicPr>
          <p:nvPr>
            <p:ph sz="half" idx="2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447800" y="1982788"/>
            <a:ext cx="4645025" cy="3484562"/>
          </a:xfrm>
        </p:spPr>
      </p:pic>
      <p:pic>
        <p:nvPicPr>
          <p:cNvPr id="8" name="final1">
            <a:hlinkClick r:id="" action="ppaction://media"/>
            <a:extLst>
              <a:ext uri="{FF2B5EF4-FFF2-40B4-BE49-F238E27FC236}">
                <a16:creationId xmlns:a16="http://schemas.microsoft.com/office/drawing/2014/main" id="{BEF5CD37-65CB-8C5C-6ECD-0C7F38C41B58}"/>
              </a:ext>
            </a:extLst>
          </p:cNvPr>
          <p:cNvPicPr>
            <a:picLocks noGrp="1" noChangeAspect="1"/>
          </p:cNvPicPr>
          <p:nvPr>
            <p:ph sz="quarter" idx="4"/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6415088" y="1982788"/>
            <a:ext cx="4635500" cy="3476625"/>
          </a:xfrm>
        </p:spPr>
      </p:pic>
    </p:spTree>
    <p:extLst>
      <p:ext uri="{BB962C8B-B14F-4D97-AF65-F5344CB8AC3E}">
        <p14:creationId xmlns:p14="http://schemas.microsoft.com/office/powerpoint/2010/main" val="2111261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" dur="236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33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DB694B-4056-0C67-CE9F-53DC9E6A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056BFE9A-100C-FDBE-B515-08239E4382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954339"/>
              </p:ext>
            </p:extLst>
          </p:nvPr>
        </p:nvGraphicFramePr>
        <p:xfrm>
          <a:off x="811657" y="236307"/>
          <a:ext cx="10757044" cy="5609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9261">
                  <a:extLst>
                    <a:ext uri="{9D8B030D-6E8A-4147-A177-3AD203B41FA5}">
                      <a16:colId xmlns:a16="http://schemas.microsoft.com/office/drawing/2014/main" val="3274573030"/>
                    </a:ext>
                  </a:extLst>
                </a:gridCol>
                <a:gridCol w="2689261">
                  <a:extLst>
                    <a:ext uri="{9D8B030D-6E8A-4147-A177-3AD203B41FA5}">
                      <a16:colId xmlns:a16="http://schemas.microsoft.com/office/drawing/2014/main" val="445451447"/>
                    </a:ext>
                  </a:extLst>
                </a:gridCol>
                <a:gridCol w="2689261">
                  <a:extLst>
                    <a:ext uri="{9D8B030D-6E8A-4147-A177-3AD203B41FA5}">
                      <a16:colId xmlns:a16="http://schemas.microsoft.com/office/drawing/2014/main" val="150669001"/>
                    </a:ext>
                  </a:extLst>
                </a:gridCol>
                <a:gridCol w="2689261">
                  <a:extLst>
                    <a:ext uri="{9D8B030D-6E8A-4147-A177-3AD203B41FA5}">
                      <a16:colId xmlns:a16="http://schemas.microsoft.com/office/drawing/2014/main" val="2975390754"/>
                    </a:ext>
                  </a:extLst>
                </a:gridCol>
              </a:tblGrid>
              <a:tr h="972764">
                <a:tc>
                  <a:txBody>
                    <a:bodyPr/>
                    <a:lstStyle/>
                    <a:p>
                      <a:pPr algn="ctr" fontAlgn="b"/>
                      <a:r>
                        <a:rPr lang="fr-F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abic Typesetting" panose="03020402040406030203" pitchFamily="66" charset="-78"/>
                          <a:cs typeface="Arabic Typesetting" panose="03020402040406030203" pitchFamily="66" charset="-78"/>
                        </a:rPr>
                        <a:t>Modalité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400" b="1" i="0" u="none" strike="noStrike">
                          <a:solidFill>
                            <a:srgbClr val="000000"/>
                          </a:solidFill>
                          <a:effectLst/>
                          <a:latin typeface="Arabic Typesetting" panose="03020402040406030203" pitchFamily="66" charset="-78"/>
                          <a:cs typeface="Arabic Typesetting" panose="03020402040406030203" pitchFamily="66" charset="-78"/>
                        </a:rPr>
                        <a:t>Exemples de systèmes IA Générative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400" b="1" i="0" u="none" strike="noStrike">
                          <a:solidFill>
                            <a:srgbClr val="000000"/>
                          </a:solidFill>
                          <a:effectLst/>
                          <a:latin typeface="Arabic Typesetting" panose="03020402040406030203" pitchFamily="66" charset="-78"/>
                          <a:cs typeface="Arabic Typesetting" panose="03020402040406030203" pitchFamily="66" charset="-78"/>
                        </a:rPr>
                        <a:t>Capacités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abic Typesetting" panose="03020402040406030203" pitchFamily="66" charset="-78"/>
                          <a:cs typeface="Arabic Typesetting" panose="03020402040406030203" pitchFamily="66" charset="-78"/>
                        </a:rPr>
                        <a:t>Ensembles de données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26935643"/>
                  </a:ext>
                </a:extLst>
              </a:tr>
              <a:tr h="772821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Texte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400" b="0" i="0" u="none" strike="noStrike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GPT-3, LaMDA, LLaMA, BLOOM, GPT-4, etc.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Traitement du langage naturel, traduction, génération de texte,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BookCorpus</a:t>
                      </a:r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, Wikipédia, etc.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8173633"/>
                  </a:ext>
                </a:extLst>
              </a:tr>
              <a:tr h="772821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Code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Grands modèles de langage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Génération de code source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Texte en langage de programmation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70823728"/>
                  </a:ext>
                </a:extLst>
              </a:tr>
              <a:tr h="772821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Image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Imagen, DALL-E, Midjourney, Stable Diffusion, etc.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Génération de texte en image, transfert de style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LAION-5B, etc.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50717739"/>
                  </a:ext>
                </a:extLst>
              </a:tr>
              <a:tr h="772821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Musique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MusicLM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Génération de musique basée sur des descriptions de Texte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Formes d'ondes sonores de la musique enregistrée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77269900"/>
                  </a:ext>
                </a:extLst>
              </a:tr>
              <a:tr h="772821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Vidéo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Gen1, Make-A-Video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Génération de clips vidéo cohérents dans le temps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Vidéo annotée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67739630"/>
                  </a:ext>
                </a:extLst>
              </a:tr>
              <a:tr h="772821"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Multimodal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GPT-4 d'OpenAI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Accepte à la fois les entrées de texte et d'image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ldhabi" panose="01000000000000000000" pitchFamily="2" charset="-78"/>
                          <a:cs typeface="Aldhabi" panose="01000000000000000000" pitchFamily="2" charset="-78"/>
                        </a:rPr>
                        <a:t> 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44465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94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9EE40EA6-9BF6-6B8C-78EB-B6EC2F5B79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9670993"/>
              </p:ext>
            </p:extLst>
          </p:nvPr>
        </p:nvGraphicFramePr>
        <p:xfrm>
          <a:off x="102744" y="945223"/>
          <a:ext cx="2948681" cy="3647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06D22125-CEC7-5E24-C86D-08DABA98E0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5241173"/>
              </p:ext>
            </p:extLst>
          </p:nvPr>
        </p:nvGraphicFramePr>
        <p:xfrm>
          <a:off x="3157593" y="-1150704"/>
          <a:ext cx="3109643" cy="5948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148F615C-7426-92ED-5790-ADDF5AA0ED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4038892"/>
              </p:ext>
            </p:extLst>
          </p:nvPr>
        </p:nvGraphicFramePr>
        <p:xfrm>
          <a:off x="184937" y="3349375"/>
          <a:ext cx="4099388" cy="2126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778E39FE-57DF-9D43-7FD8-400C8C913A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9279016"/>
              </p:ext>
            </p:extLst>
          </p:nvPr>
        </p:nvGraphicFramePr>
        <p:xfrm>
          <a:off x="4469258" y="1736333"/>
          <a:ext cx="4006921" cy="2486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3D65489E-8892-F177-B16D-B6F5E2E243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3067190"/>
              </p:ext>
            </p:extLst>
          </p:nvPr>
        </p:nvGraphicFramePr>
        <p:xfrm>
          <a:off x="8164528" y="1875035"/>
          <a:ext cx="4191858" cy="3893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</p:spTree>
    <p:extLst>
      <p:ext uri="{BB962C8B-B14F-4D97-AF65-F5344CB8AC3E}">
        <p14:creationId xmlns:p14="http://schemas.microsoft.com/office/powerpoint/2010/main" val="405840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Graphic spid="3" grpId="0">
        <p:bldAsOne/>
      </p:bldGraphic>
      <p:bldGraphic spid="7" grpId="0">
        <p:bldAsOne/>
      </p:bldGraphic>
      <p:bldGraphic spid="8" grpId="0">
        <p:bldAsOne/>
      </p:bldGraphic>
      <p:bldGraphic spid="10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A35F39A1-9E17-0A1B-B3AE-F99EBC5324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6992744"/>
              </p:ext>
            </p:extLst>
          </p:nvPr>
        </p:nvGraphicFramePr>
        <p:xfrm>
          <a:off x="873303" y="719666"/>
          <a:ext cx="10890607" cy="5414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8462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Type de bois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ype de bois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ype de bois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TM03090434[[fn=Type de bois]]</Template>
  <TotalTime>148</TotalTime>
  <Words>408</Words>
  <Application>Microsoft Office PowerPoint</Application>
  <PresentationFormat>Grand écran</PresentationFormat>
  <Paragraphs>68</Paragraphs>
  <Slides>8</Slides>
  <Notes>1</Notes>
  <HiddenSlides>0</HiddenSlides>
  <MMClips>2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8" baseType="lpstr">
      <vt:lpstr>NSimSun</vt:lpstr>
      <vt:lpstr>Aldhabi</vt:lpstr>
      <vt:lpstr>Arabic Typesetting</vt:lpstr>
      <vt:lpstr>Arial</vt:lpstr>
      <vt:lpstr>Calibri</vt:lpstr>
      <vt:lpstr>Noto Sans Symbols</vt:lpstr>
      <vt:lpstr>Rockwell</vt:lpstr>
      <vt:lpstr>Rockwell Condensed</vt:lpstr>
      <vt:lpstr>Wingdings</vt:lpstr>
      <vt:lpstr>Type de bois</vt:lpstr>
      <vt:lpstr>TP6 – Présenter avec PowerPoint</vt:lpstr>
      <vt:lpstr>Plan de la présentation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TP6 – Présenter avec PowerPoint</dc:title>
  <dc:creator>Zouhair Ajarif</dc:creator>
  <cp:lastModifiedBy>Zouhair Ajarif</cp:lastModifiedBy>
  <cp:revision>9</cp:revision>
  <dcterms:created xsi:type="dcterms:W3CDTF">2024-04-27T10:27:26Z</dcterms:created>
  <dcterms:modified xsi:type="dcterms:W3CDTF">2024-06-07T09:15:20Z</dcterms:modified>
</cp:coreProperties>
</file>